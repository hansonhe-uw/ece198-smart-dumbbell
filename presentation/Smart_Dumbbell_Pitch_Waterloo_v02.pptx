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c6f69429bf45ef" /><Relationship Type="http://schemas.openxmlformats.org/officeDocument/2006/relationships/extended-properties" Target="/docProps/app.xml" Id="R30152d4aad3d40b7" /><Relationship Type="http://schemas.openxmlformats.org/officeDocument/2006/relationships/officeDocument" Target="/ppt/presentation.xml" Id="R81c45b9887c44d47" /></Relationships>
</file>

<file path=ppt/presentation.xml><?xml version="1.0" encoding="utf-8"?>
<p:presentation xmlns:p="http://schemas.openxmlformats.org/presentationml/2006/main">
  <p:sldMasterIdLst>
    <p:sldMasterId xmlns:r="http://schemas.openxmlformats.org/officeDocument/2006/relationships" id="2147483648" r:id="R9bbb92cf16c74377"/>
  </p:sldMasterIdLst>
  <p:notesMasterIdLst>
    <p:notesMasterId xmlns:r="http://schemas.openxmlformats.org/officeDocument/2006/relationships" r:id="R09411e85d90c46bd"/>
  </p:notesMasterIdLst>
  <p:sldIdLst>
    <p:sldId xmlns:r="http://schemas.openxmlformats.org/officeDocument/2006/relationships" id="256" r:id="R6fbc9efe6ac24c1a"/>
    <p:sldId xmlns:r="http://schemas.openxmlformats.org/officeDocument/2006/relationships" id="257" r:id="R8163b0737e9249bc"/>
    <p:sldId xmlns:r="http://schemas.openxmlformats.org/officeDocument/2006/relationships" id="258" r:id="R92dc3e5805184be9"/>
    <p:sldId xmlns:r="http://schemas.openxmlformats.org/officeDocument/2006/relationships" id="259" r:id="R90da4a3d95164020"/>
    <p:sldId xmlns:r="http://schemas.openxmlformats.org/officeDocument/2006/relationships" id="260" r:id="R6bac2798a9d44a7e"/>
    <p:sldId xmlns:r="http://schemas.openxmlformats.org/officeDocument/2006/relationships" id="261" r:id="R628f0954d4c2446b"/>
    <p:sldId xmlns:r="http://schemas.openxmlformats.org/officeDocument/2006/relationships" id="262" r:id="R706015c30281456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7a64f96db774530" /><Relationship Type="http://schemas.openxmlformats.org/officeDocument/2006/relationships/slideMaster" Target="/ppt/slideMasters/slideMaster1.xml" Id="R9bbb92cf16c74377" /><Relationship Type="http://schemas.openxmlformats.org/officeDocument/2006/relationships/notesMaster" Target="/ppt/notesMasters/notesMaster1.xml" Id="R09411e85d90c46bd" /><Relationship Type="http://schemas.openxmlformats.org/officeDocument/2006/relationships/presProps" Target="/ppt/presProps.xml" Id="R53bba44618584b40" /><Relationship Type="http://schemas.openxmlformats.org/officeDocument/2006/relationships/viewProps" Target="/ppt/viewProps.xml" Id="Ra4098145c353462c" /><Relationship Type="http://schemas.openxmlformats.org/officeDocument/2006/relationships/tableStyles" Target="/ppt/tableStyles.xml" Id="Raae1356b243d42d8" /><Relationship Type="http://schemas.openxmlformats.org/officeDocument/2006/relationships/slide" Target="/ppt/slides/slide1.xml" Id="R6fbc9efe6ac24c1a" /><Relationship Type="http://schemas.openxmlformats.org/officeDocument/2006/relationships/slide" Target="/ppt/slides/slide2.xml" Id="R8163b0737e9249bc" /><Relationship Type="http://schemas.openxmlformats.org/officeDocument/2006/relationships/slide" Target="/ppt/slides/slide3.xml" Id="R92dc3e5805184be9" /><Relationship Type="http://schemas.openxmlformats.org/officeDocument/2006/relationships/slide" Target="/ppt/slides/slide4.xml" Id="R90da4a3d95164020" /><Relationship Type="http://schemas.openxmlformats.org/officeDocument/2006/relationships/slide" Target="/ppt/slides/slide5.xml" Id="R6bac2798a9d44a7e" /><Relationship Type="http://schemas.openxmlformats.org/officeDocument/2006/relationships/slide" Target="/ppt/slides/slide6.xml" Id="R628f0954d4c2446b" /><Relationship Type="http://schemas.openxmlformats.org/officeDocument/2006/relationships/slide" Target="/ppt/slides/slide7.xml" Id="R706015c3028145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da5ac406b840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ofWaterloo_WhiteBkgrd">
  <a:themeElements>
    <a:clrScheme name="UWaterloo Engineering">
      <a:dk1>
        <a:srgbClr val="000000"/>
      </a:dk1>
      <a:lt1>
        <a:srgbClr val="FFFFFF"/>
      </a:lt1>
      <a:dk2>
        <a:srgbClr val="757575"/>
      </a:dk2>
      <a:lt2>
        <a:srgbClr val="D6D6D6"/>
      </a:lt2>
      <a:accent1>
        <a:srgbClr val="B45DCB"/>
      </a:accent1>
      <a:accent2>
        <a:srgbClr val="0C0C0C"/>
      </a:accent2>
      <a:accent3>
        <a:srgbClr val="865DA4"/>
      </a:accent3>
      <a:accent4>
        <a:srgbClr val="C2A8F0"/>
      </a:accent4>
      <a:accent5>
        <a:srgbClr val="5D0096"/>
      </a:accent5>
      <a:accent6>
        <a:srgbClr val="865DA4"/>
      </a:accent6>
      <a:hlink>
        <a:srgbClr val="5D0096"/>
      </a:hlink>
      <a:folHlink>
        <a:srgbClr val="595959"/>
      </a:folHlink>
    </a:clrScheme>
    <a:fontScheme name="Custom 3">
      <a:majorFont>
        <a:latin typeface="Barlow Condensed"/>
        <a:ea typeface=""/>
        <a:cs typeface=""/>
      </a:majorFont>
      <a:minorFont>
        <a:latin typeface="Georgia"/>
        <a:ea typeface=""/>
        <a:cs typeface=""/>
      </a:minorFont>
    </a:fontScheme>
    <a:fmtScheme name="UWaterloo Engineering">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76ab83e0f64032" /><Relationship Type="http://schemas.openxmlformats.org/officeDocument/2006/relationships/notesMaster" Target="/ppt/notesMasters/notesMaster1.xml" Id="R0288f0ff17034e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99e3902d6948e6" /><Relationship Type="http://schemas.openxmlformats.org/officeDocument/2006/relationships/notesMaster" Target="/ppt/notesMasters/notesMaster1.xml" Id="R1d8a3e42934d42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ac476b089e479c" /><Relationship Type="http://schemas.openxmlformats.org/officeDocument/2006/relationships/notesMaster" Target="/ppt/notesMasters/notesMaster1.xml" Id="R7a2889e931f143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e6802f05e34db9" /><Relationship Type="http://schemas.openxmlformats.org/officeDocument/2006/relationships/notesMaster" Target="/ppt/notesMasters/notesMaster1.xml" Id="R8a578585cb2041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eb5fe336be4e45" /><Relationship Type="http://schemas.openxmlformats.org/officeDocument/2006/relationships/notesMaster" Target="/ppt/notesMasters/notesMaster1.xml" Id="Re7b5dfbcfa764e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1e984c4e8a4f7f" /><Relationship Type="http://schemas.openxmlformats.org/officeDocument/2006/relationships/notesMaster" Target="/ppt/notesMasters/notesMaster1.xml" Id="Rb55e7e14fec14a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1a23d154d84d07" /><Relationship Type="http://schemas.openxmlformats.org/officeDocument/2006/relationships/notesMaster" Target="/ppt/notesMasters/notesMaster1.xml" Id="R514dfd5e027242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TARGET 45 SECONDS</a:t>
            </a:r>
          </a:p>
          <a:p xmlns:a="http://schemas.openxmlformats.org/drawingml/2006/main">
            <a:r>
              <a:t/>
            </a:r>
          </a:p>
          <a:p xmlns:a="http://schemas.openxmlformats.org/drawingml/2006/main">
            <a:r>
              <a:t>Our project focuses on remote, at-home exercise for CCCARE participants. We are targeting program graduates and other participants who can independently perform prescribed dumbbell exercises. At home, they do not have the same immediate support as in a supervised session. We want to help them follow assigned repetition targets and record completed activity. We are comparing a guided exercise station with a smart dumbbell. Both support an existing exercise plan, and neither requires the user to own a smartwatch.</a:t>
            </a:r>
          </a:p>
          <a:p xmlns:a="http://schemas.openxmlformats.org/drawingml/2006/main">
            <a:r>
              <a:t/>
            </a:r>
          </a:p>
          <a:p xmlns:a="http://schemas.openxmlformats.org/drawingml/2006/main">
            <a:r>
              <a:t>SOURCES AND PRODUCTION NOTES - NOT SPOKEN</a:t>
            </a:r>
          </a:p>
          <a:p xmlns:a="http://schemas.openxmlformats.org/drawingml/2006/main">
            <a:r>
              <a:t>F26 ECE 198 Project Overview.pdf, Sub Problem 3. LEARN pitch: https://learn.uwaterloo.ca/d2l/le/content/1318281/viewContent/6736419/View</a:t>
            </a:r>
          </a:p>
          <a:p xmlns:a="http://schemas.openxmlformats.org/drawingml/2006/main">
            <a:r>
              <a:t/>
            </a:r>
          </a:p>
          <a:p xmlns:a="http://schemas.openxmlformats.org/drawingml/2006/main">
            <a:r>
              <a:t>Status: proposed design and performance targets, not tested results. AI assistance must be reviewed and acknowledged according to the course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TARGET 50 SECONDS</a:t>
            </a:r>
          </a:p>
          <a:p xmlns:a="http://schemas.openxmlformats.org/drawingml/2006/main">
            <a:r>
              <a:t/>
            </a:r>
          </a:p>
          <a:p xmlns:a="http://schemas.openxmlformats.org/drawingml/2006/main">
            <a:r>
              <a:t>Concept A is a tabletop exercise station. An Arduino R4 Minima would show the assigned exercise and target on an OLED. Buttons let the user start, pause, and confirm completion, with records transferred to a computer by USB. This is relatively simple, but completion is self-reported. Concept B is a smart dumbbell that measures movement and automatically counts repetitions. Its Nano ESP32 would process the sensor data and send records over local Wi-Fi. We currently prefer the dumbbell because it could reduce manual recording. It also requires more development and testing, especially for reliable sensing.</a:t>
            </a:r>
          </a:p>
          <a:p xmlns:a="http://schemas.openxmlformats.org/drawingml/2006/main">
            <a:r>
              <a:t/>
            </a:r>
          </a:p>
          <a:p xmlns:a="http://schemas.openxmlformats.org/drawingml/2006/main">
            <a:r>
              <a:t>SOURCES AND PRODUCTION NOTES - NOT SPOKEN</a:t>
            </a:r>
          </a:p>
          <a:p xmlns:a="http://schemas.openxmlformats.org/drawingml/2006/main">
            <a:r>
              <a:t>Local ECE 198 Remote Care Research and Design Ideas and team concept comparison. Two concepts require team review; neither has been built or tested.</a:t>
            </a:r>
          </a:p>
          <a:p xmlns:a="http://schemas.openxmlformats.org/drawingml/2006/main">
            <a:r>
              <a:t/>
            </a:r>
          </a:p>
          <a:p xmlns:a="http://schemas.openxmlformats.org/drawingml/2006/main">
            <a:r>
              <a:t>Status: proposed design and performance targets, not tested results. AI assistance must be reviewed and acknowledged according to the course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TARGET 60 SECONDS</a:t>
            </a:r>
          </a:p>
          <a:p xmlns:a="http://schemas.openxmlformats.org/drawingml/2006/main">
            <a:r>
              <a:t/>
            </a:r>
          </a:p>
          <a:p xmlns:a="http://schemas.openxmlformats.org/drawingml/2006/main">
            <a:r>
              <a:t>Our first dumbbell prototype would support one exercise: the bicep curl. A fixed accelerometer would provide movement data to a small model running on the controller. The model would distinguish curls, stationary periods, and other movements. Separate logic would count a repetition only after a complete outward and return cycle. The screen would show progress, such as seven out of ten repetitions. We also plan to measure heart rate during movement through an optical sensor at the grip. This remains unverified. Poor contact and movement can interfere with readings, so the device must indicate when its signal is unreliable. The image illustrates the concept, not a completed prototype.</a:t>
            </a:r>
          </a:p>
          <a:p xmlns:a="http://schemas.openxmlformats.org/drawingml/2006/main">
            <a:r>
              <a:t/>
            </a:r>
          </a:p>
          <a:p xmlns:a="http://schemas.openxmlformats.org/drawingml/2006/main">
            <a:r>
              <a:t>SOURCES AND PRODUCTION NOTES - NOT SPOKEN</a:t>
            </a:r>
          </a:p>
          <a:p xmlns:a="http://schemas.openxmlformats.org/drawingml/2006/main">
            <a:r>
              <a:t>Arduino Nano ESP32: https://docs.arduino.cc/hardware/nano-esp32/</a:t>
            </a:r>
          </a:p>
          <a:p xmlns:a="http://schemas.openxmlformats.org/drawingml/2006/main">
            <a:r>
              <a:t>ADXL335: https://wiki.seeedstudio.com/Grove-3-Axis_Analog_Accelerometer/</a:t>
            </a:r>
          </a:p>
          <a:p xmlns:a="http://schemas.openxmlformats.org/drawingml/2006/main">
            <a:r>
              <a:t>MAX30102: https://www.analog.com/en/products/max30102.html</a:t>
            </a:r>
          </a:p>
          <a:p xmlns:a="http://schemas.openxmlformats.org/drawingml/2006/main">
            <a:r>
              <a:t>Image: Smart_Dumbbell_Concept_Render_v01.png, AI-generated concept visualization. It is not a CAD-accurate manufacturing drawing. The 80 mm head-width revision is only a candidate and is not shown as final.</a:t>
            </a:r>
          </a:p>
          <a:p xmlns:a="http://schemas.openxmlformats.org/drawingml/2006/main">
            <a:r>
              <a:t/>
            </a:r>
          </a:p>
          <a:p xmlns:a="http://schemas.openxmlformats.org/drawingml/2006/main">
            <a:r>
              <a:t>Status: proposed design and performance targets, not tested results. AI assistance must be reviewed and acknowledged according to the course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TARGET 55 SECONDS</a:t>
            </a:r>
          </a:p>
          <a:p xmlns:a="http://schemas.openxmlformats.org/drawingml/2006/main">
            <a:r>
              <a:t/>
            </a:r>
          </a:p>
          <a:p xmlns:a="http://schemas.openxmlformats.org/drawingml/2006/main">
            <a:r>
              <a:t>The guided station would mainly use the supplied kit. For the dumbbell, we propose purchasing a Nano ESP32 and borrowing the ADXL335 accelerometer, MAX30102 module, OLED, and three buttons. We would also need a portable power supply and a custom hollow enclosure with secure mounts. The R4 Minima could support bench development, but we would not put both controllers inside the dumbbell. Our additional spending target is one hundred Canadian dollars, including taxes and shipping. This assumes that the loan components are available and that fabrication stays within budget. Actual module dimensions must be checked before finalizing the enclosure.</a:t>
            </a:r>
          </a:p>
          <a:p xmlns:a="http://schemas.openxmlformats.org/drawingml/2006/main">
            <a:r>
              <a:t/>
            </a:r>
          </a:p>
          <a:p xmlns:a="http://schemas.openxmlformats.org/drawingml/2006/main">
            <a:r>
              <a:t>SOURCES AND PRODUCTION NOTES - NOT SPOKEN</a:t>
            </a:r>
          </a:p>
          <a:p xmlns:a="http://schemas.openxmlformats.org/drawingml/2006/main">
            <a:r>
              <a:t>ECE 198 Project Parts List.pdf. Smart Dumbbell Preliminary Specification v0.1. Budget is a target, not a purchase quotation. Nano ESP32: https://docs.arduino.cc/hardware/nano-esp32/</a:t>
            </a:r>
          </a:p>
          <a:p xmlns:a="http://schemas.openxmlformats.org/drawingml/2006/main">
            <a:r>
              <a:t/>
            </a:r>
          </a:p>
          <a:p xmlns:a="http://schemas.openxmlformats.org/drawingml/2006/main">
            <a:r>
              <a:t>Status: proposed design and performance targets, not tested results. AI assistance must be reviewed and acknowledged according to the course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TARGET 45 SECONDS</a:t>
            </a:r>
          </a:p>
          <a:p xmlns:a="http://schemas.openxmlformats.org/drawingml/2006/main">
            <a:r>
              <a:t/>
            </a:r>
          </a:p>
          <a:p xmlns:a="http://schemas.openxmlformats.org/drawingml/2006/main">
            <a:r>
              <a:t>The dumbbell would run its motion model, counting logic, and heart-rate processing locally using internal power. The computer would be used to train and install the model, set the target, and save records. A local Wi-Fi connection would transfer data without relying on campus internet or a cloud service. If the connection drops, counting and the display would continue, while the computer record would mark the missing interval. Complete offline history storage is not yet part of this version.</a:t>
            </a:r>
          </a:p>
          <a:p xmlns:a="http://schemas.openxmlformats.org/drawingml/2006/main">
            <a:r>
              <a:t/>
            </a:r>
          </a:p>
          <a:p xmlns:a="http://schemas.openxmlformats.org/drawingml/2006/main">
            <a:r>
              <a:t>SOURCES AND PRODUCTION NOTES - NOT SPOKEN</a:t>
            </a:r>
          </a:p>
          <a:p xmlns:a="http://schemas.openxmlformats.org/drawingml/2006/main">
            <a:r>
              <a:t>Smart Dumbbell Preliminary Specification v0.1, FR-01 and FR-04 through FR-13. Local setting changes, persistent offline history and later synchronization are possible future additions, not completed functions.</a:t>
            </a:r>
          </a:p>
          <a:p xmlns:a="http://schemas.openxmlformats.org/drawingml/2006/main">
            <a:r>
              <a:t/>
            </a:r>
          </a:p>
          <a:p xmlns:a="http://schemas.openxmlformats.org/drawingml/2006/main">
            <a:r>
              <a:t>Status: proposed design and performance targets, not tested results. AI assistance must be reviewed and acknowledged according to the course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TARGET 45 SECONDS</a:t>
            </a:r>
          </a:p>
          <a:p xmlns:a="http://schemas.openxmlformats.org/drawingml/2006/main">
            <a:r>
              <a:t/>
            </a:r>
          </a:p>
          <a:p xmlns:a="http://schemas.openxmlformats.org/drawingml/2006/main">
            <a:r>
              <a:t>We will compare automatic counts with manual observation. Our proposed target is an error within one repetition in at least eighteen of twenty sets of ten. For heart rate during movement, we propose at least ninety percent valid readings and a mean absolute error within ten beats per minute against a reference device. These are targets, not results. We will confirm the components, test sensing on the bench, and integrate the electronics before printing the final enclosure. Reliable grip-based heart-rate measurement is our main feasibility risk.</a:t>
            </a:r>
          </a:p>
          <a:p xmlns:a="http://schemas.openxmlformats.org/drawingml/2006/main">
            <a:r>
              <a:t/>
            </a:r>
          </a:p>
          <a:p xmlns:a="http://schemas.openxmlformats.org/drawingml/2006/main">
            <a:r>
              <a:t>SOURCES AND PRODUCTION NOTES - NOT SPOKEN</a:t>
            </a:r>
          </a:p>
          <a:p xmlns:a="http://schemas.openxmlformats.org/drawingml/2006/main">
            <a:r>
              <a:t>Smart Dumbbell Preliminary Specification v0.1, AT-02, AT-04 and AT-05. Heart-rate testing includes five participants and synchronized reference records; targets apply after initial stabilization. Optical interference: https://www.analog.com/en/resources/design-notes/how-common-noise-and-error-sources-affect-optical-biosensing.html</a:t>
            </a:r>
          </a:p>
          <a:p xmlns:a="http://schemas.openxmlformats.org/drawingml/2006/main">
            <a:r>
              <a:t/>
            </a:r>
          </a:p>
          <a:p xmlns:a="http://schemas.openxmlformats.org/drawingml/2006/main">
            <a:r>
              <a:t>Status: proposed design and performance targets, not tested results. AI assistance must be reviewed and acknowledged according to the course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 HIDDEN FROM NORMAL SLIDE SHOW</a:t>
            </a:r>
          </a:p>
          <a:p xmlns:a="http://schemas.openxmlformats.org/drawingml/2006/main">
            <a:r>
              <a:t/>
            </a:r>
          </a:p>
          <a:p xmlns:a="http://schemas.openxmlformats.org/drawingml/2006/main">
            <a:r>
              <a:t>F26 ECE 198 Project Overview.pdf, Sub Problem 3. LEARN pitch: https://learn.uwaterloo.ca/d2l/le/content/1318281/viewContent/6736419/View</a:t>
            </a:r>
          </a:p>
          <a:p xmlns:a="http://schemas.openxmlformats.org/drawingml/2006/main">
            <a:r>
              <a:t/>
            </a:r>
          </a:p>
          <a:p xmlns:a="http://schemas.openxmlformats.org/drawingml/2006/main">
            <a:r>
              <a:t>Local ECE 198 Remote Care Research and Design Ideas and team concept comparison. Two concepts require team review; neither has been built or tested.</a:t>
            </a:r>
          </a:p>
          <a:p xmlns:a="http://schemas.openxmlformats.org/drawingml/2006/main">
            <a:r>
              <a:t/>
            </a:r>
          </a:p>
          <a:p xmlns:a="http://schemas.openxmlformats.org/drawingml/2006/main">
            <a:r>
              <a:t>Arduino Nano ESP32: https://docs.arduino.cc/hardware/nano-esp32/</a:t>
            </a:r>
          </a:p>
          <a:p xmlns:a="http://schemas.openxmlformats.org/drawingml/2006/main">
            <a:r>
              <a:t>ADXL335: https://wiki.seeedstudio.com/Grove-3-Axis_Analog_Accelerometer/</a:t>
            </a:r>
          </a:p>
          <a:p xmlns:a="http://schemas.openxmlformats.org/drawingml/2006/main">
            <a:r>
              <a:t>MAX30102: https://www.analog.com/en/products/max30102.html</a:t>
            </a:r>
          </a:p>
          <a:p xmlns:a="http://schemas.openxmlformats.org/drawingml/2006/main">
            <a:r>
              <a:t>Image: Smart_Dumbbell_Concept_Render_v01.png, AI-generated concept visualization. It is not a CAD-accurate manufacturing drawing. The 80 mm head-width revision is only a candidate and is not shown as final.</a:t>
            </a:r>
          </a:p>
          <a:p xmlns:a="http://schemas.openxmlformats.org/drawingml/2006/main">
            <a:r>
              <a:t/>
            </a:r>
          </a:p>
          <a:p xmlns:a="http://schemas.openxmlformats.org/drawingml/2006/main">
            <a:r>
              <a:t>ECE 198 Project Parts List.pdf. Smart Dumbbell Preliminary Specification v0.1. Budget is a target, not a purchase quotation. Nano ESP32: https://docs.arduino.cc/hardware/nano-esp32/</a:t>
            </a:r>
          </a:p>
          <a:p xmlns:a="http://schemas.openxmlformats.org/drawingml/2006/main">
            <a:r>
              <a:t/>
            </a:r>
          </a:p>
          <a:p xmlns:a="http://schemas.openxmlformats.org/drawingml/2006/main">
            <a:r>
              <a:t>Smart Dumbbell Preliminary Specification v0.1, FR-01 and FR-04 through FR-13. Local setting changes, persistent offline history and later synchronization are possible future additions, not completed functions.</a:t>
            </a:r>
          </a:p>
          <a:p xmlns:a="http://schemas.openxmlformats.org/drawingml/2006/main">
            <a:r>
              <a:t/>
            </a:r>
          </a:p>
          <a:p xmlns:a="http://schemas.openxmlformats.org/drawingml/2006/main">
            <a:r>
              <a:t>Smart Dumbbell Preliminary Specification v0.1, AT-02, AT-04 and AT-05. Heart-rate testing includes five participants and synchronized reference records; targets apply after initial stabilization. Optical interference: https://www.analog.com/en/resources/design-notes/how-common-noise-and-error-sources-affect-optical-biosensing.html</a:t>
            </a:r>
          </a:p>
          <a:p xmlns:a="http://schemas.openxmlformats.org/drawingml/2006/main">
            <a:r>
              <a:t/>
            </a:r>
          </a:p>
          <a:p xmlns:a="http://schemas.openxmlformats.org/drawingml/2006/main">
            <a:r>
              <a:t>AI disclosure: ChatGPT assisted with content organization, speaker notes and file generation. OpenAI Imagegen generated the concept render. Team review and source checking are required before submission. No participant data or successful prototype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9a85e7f6754f9e" /><Relationship Type="http://schemas.openxmlformats.org/officeDocument/2006/relationships/image" Target="/ppt/media/image.png" Id="R41bc1733571844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c2667bca894cd9" /><Relationship Type="http://schemas.openxmlformats.org/officeDocument/2006/relationships/image" Target="/ppt/media/image.png" Id="Rf1e03634510648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c87fe2dc27487a" /><Relationship Type="http://schemas.openxmlformats.org/officeDocument/2006/relationships/image" Target="/ppt/media/image2.png" Id="R444ba7800c4d4b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37829ae9c24b63" /><Relationship Type="http://schemas.openxmlformats.org/officeDocument/2006/relationships/image" Target="/ppt/media/image2.png" Id="Rd921708afbcc4b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830dd78d5a42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24904224a440d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36ba253dc7d487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23057ac3103477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941ed909fe4497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6ebedf082ad4c6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c12a0f21f0548a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faa00f0714744e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629fd2b981fc48a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17785d13ec4244d7"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e483f8da17e14b22"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d1a17f98ad094ac0"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0349f39d39d943f5"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9222242a4ecc4d35"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578f50b6368d49a9" /><Relationship Type="http://schemas.openxmlformats.org/officeDocument/2006/relationships/image" Target="/ppt/media/image3.png" Id="R11e4fa8178fc494d"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2054ba0fe7e0425d" /><Relationship Type="http://schemas.openxmlformats.org/officeDocument/2006/relationships/image" Target="/ppt/media/image4.png" Id="Rd857d560125f4a94"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ec158e0138c24e3a" /><Relationship Type="http://schemas.openxmlformats.org/officeDocument/2006/relationships/image" Target="/ppt/media/image.jpeg" Id="R1e196d6eff5b49a8" /><Relationship Type="http://schemas.openxmlformats.org/officeDocument/2006/relationships/image" Target="/ppt/media/image2.jpeg" Id="Rc88efdff8a3f4886" /><Relationship Type="http://schemas.openxmlformats.org/officeDocument/2006/relationships/image" Target="/ppt/media/image3.png" Id="R29c79dd8c52e4eb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bd24844f37bc4605" /><Relationship Type="http://schemas.openxmlformats.org/officeDocument/2006/relationships/image" Target="/ppt/media/image4.png" Id="R50dc54f435724e14" /><Relationship Type="http://schemas.openxmlformats.org/officeDocument/2006/relationships/image" Target="/ppt/media/image5.png" Id="Ra6a0dcfa03844302" /><Relationship Type="http://schemas.openxmlformats.org/officeDocument/2006/relationships/image" Target="/ppt/media/image6.png" Id="R51c1edf289a7465a" /></Relationships>
</file>

<file path=ppt/slideLayouts/slideLayout1.xml><?xml version="1.0" encoding="utf-8"?>
<p:sldLayout xmlns:p="http://schemas.openxmlformats.org/presentationml/2006/main" showMasterSp="0" type="title" preserve="1">
  <p:cSld name="Title Slide">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ACFE02EB-91DC-4F1D-99AC-CA9E0FAB0BEC}"/>
              </a:ext>
            </a:extLst>
          </p:cNvPr>
          <p:cNvPicPr>
            <a:picLocks xmlns:a="http://schemas.openxmlformats.org/drawingml/2006/main" noChangeAspect="1"/>
          </p:cNvPicPr>
          <p:nvPr/>
        </p:nvPicPr>
        <p:blipFill>
          <a:blip xmlns:r="http://schemas.openxmlformats.org/officeDocument/2006/relationships" xmlns:a="http://schemas.openxmlformats.org/drawingml/2006/main" r:embed="R41bc173357184434"/>
          <a:srcRect xmlns:a="http://schemas.openxmlformats.org/drawingml/2006/main" l="0" t="0" r="0" b="0"/>
          <a:stretch xmlns:a="http://schemas.openxmlformats.org/drawingml/2006/main"/>
        </p:blipFill>
        <p:spPr>
          <a:xfrm xmlns:a="http://schemas.openxmlformats.org/drawingml/2006/main">
            <a:off x="6850" y="5600284"/>
            <a:ext cx="4567498" cy="125543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EED165E6-8452-4EDA-9692-0D9454097157}"/>
              </a:ext>
            </a:extLst>
          </p:cNvPr>
          <p:cNvSpPr>
            <a:spLocks xmlns:a="http://schemas.openxmlformats.org/drawingml/2006/main" noGrp="1"/>
          </p:cNvSpPr>
          <p:nvPr>
            <p:ph type="ctrTitle" idx="0" hasCustomPrompt="1"/>
          </p:nvPr>
        </p:nvSpPr>
        <p:spPr>
          <a:xfrm xmlns:a="http://schemas.openxmlformats.org/drawingml/2006/main">
            <a:off x="452740" y="1028940"/>
            <a:ext cx="9605660" cy="1474115"/>
          </a:xfrm>
        </p:spPr>
        <p:txBody>
          <a:bodyPr xmlns:a="http://schemas.openxmlformats.org/drawingml/2006/main" lIns="0" anchor="b">
            <a:noAutofit/>
          </a:bodyPr>
          <a:lstStyle xmlns:a="http://schemas.openxmlformats.org/drawingml/2006/main">
            <a:lvl1pPr algn="l">
              <a:buNone/>
              <a:defRPr sz="5400" b="1" cap="all" baseline="0">
                <a:solidFill>
                  <a:schemeClr val="tx1"/>
                </a:solidFill>
                <a:latin typeface="+mj-lt"/>
                <a:ea typeface="+mj-lt"/>
                <a:cs typeface="+mj-lt"/>
              </a:defRPr>
            </a:lvl1pPr>
          </a:lstStyle>
          <a:p xmlns:a="http://schemas.openxmlformats.org/drawingml/2006/main">
            <a:r>
              <a:t>CLICK TO EDIT MASTER TITLE SLIDE</a:t>
            </a:r>
          </a:p>
        </p:txBody>
      </p:sp>
      <p:sp>
        <p:nvSpPr>
          <p:cNvPr id="3" name="Subtitle 2">
            <a:extLst xmlns:a="http://schemas.openxmlformats.org/drawingml/2006/main">
              <a:ext uri="{FF2B5EF4-FFF2-40B4-BE49-F238E27FC236}">
                <a16:creationId xmlns:a16="http://schemas.microsoft.com/office/drawing/2014/main" id="{71285B2D-8B4C-4FA7-BE1F-0BD7E7B924A1}"/>
              </a:ext>
            </a:extLst>
          </p:cNvPr>
          <p:cNvSpPr>
            <a:spLocks xmlns:a="http://schemas.openxmlformats.org/drawingml/2006/main" noGrp="1"/>
          </p:cNvSpPr>
          <p:nvPr>
            <p:ph type="subTitle" idx="1"/>
          </p:nvPr>
        </p:nvSpPr>
        <p:spPr>
          <a:xfrm xmlns:a="http://schemas.openxmlformats.org/drawingml/2006/main">
            <a:off x="452740" y="4266821"/>
            <a:ext cx="5486243" cy="666549"/>
          </a:xfrm>
        </p:spPr>
        <p:txBody>
          <a:bodyPr xmlns:a="http://schemas.openxmlformats.org/drawingml/2006/main" lIns="0" anchor="t">
            <a:normAutofit/>
          </a:bodyPr>
          <a:lstStyle xmlns:a="http://schemas.openxmlformats.org/drawingml/2006/main">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7" name="Date Placeholder 6">
            <a:extLst xmlns:a="http://schemas.openxmlformats.org/drawingml/2006/main">
              <a:ext uri="{FF2B5EF4-FFF2-40B4-BE49-F238E27FC236}">
                <a16:creationId xmlns:a16="http://schemas.microsoft.com/office/drawing/2014/main" id="{6CC6FB83-2FCE-4BFC-B426-B5A9A997E464}"/>
              </a:ext>
            </a:extLst>
          </p:cNvPr>
          <p:cNvSpPr>
            <a:spLocks xmlns:a="http://schemas.openxmlformats.org/drawingml/2006/main" noGrp="1"/>
          </p:cNvSpPr>
          <p:nvPr>
            <p:ph type="dt" idx="10"/>
          </p:nvPr>
        </p:nvSpPr>
        <p:spPr>
          <a:xfrm xmlns:a="http://schemas.openxmlformats.org/drawingml/2006/main">
            <a:off x="452740" y="2642329"/>
            <a:ext cx="1182916" cy="377962"/>
          </a:xfrm>
          <a:prstGeom xmlns:a="http://schemas.openxmlformats.org/drawingml/2006/main" prst="rect">
            <a:avLst/>
          </a:prstGeom>
          <a:solidFill xmlns:a="http://schemas.openxmlformats.org/drawingml/2006/main">
            <a:schemeClr val="accent3"/>
          </a:solidFill>
        </p:spPr>
        <p:txBody>
          <a:bodyPr xmlns:a="http://schemas.openxmlformats.org/drawingml/2006/main"/>
          <a:lstStyle xmlns:a="http://schemas.openxmlformats.org/drawingml/2006/main">
            <a:lvl1pPr>
              <a:buNone/>
              <a:defRPr sz="1100">
                <a:solidFill>
                  <a:schemeClr val="bg1"/>
                </a:solidFill>
                <a:latin typeface="Verdana"/>
                <a:ea typeface="Verdana"/>
                <a:cs typeface="Verdana"/>
              </a:defRPr>
            </a:lvl1pPr>
          </a:lstStyle>
          <a:p xmlns:a="http://schemas.openxmlformats.org/drawingml/2006/main">
            <a:fld id="{A318C6E2-4AA5-436E-9815-715E9B2235FA}" type="datetime1">
              <a:t>2/21/24</a:t>
            </a:fld>
            <a:endParaRPr/>
          </a:p>
        </p:txBody>
      </p:sp>
      <p:sp>
        <p:nvSpPr>
          <p:cNvPr id="8" name="Footer Placeholder 7">
            <a:extLst xmlns:a="http://schemas.openxmlformats.org/drawingml/2006/main">
              <a:ext uri="{FF2B5EF4-FFF2-40B4-BE49-F238E27FC236}">
                <a16:creationId xmlns:a16="http://schemas.microsoft.com/office/drawing/2014/main" id="{5541ADDB-1767-4F35-9736-490D9F6A8836}"/>
              </a:ext>
            </a:extLst>
          </p:cNvPr>
          <p:cNvSpPr>
            <a:spLocks xmlns:a="http://schemas.openxmlformats.org/drawingml/2006/main" noGrp="1"/>
          </p:cNvSpPr>
          <p:nvPr>
            <p:ph type="ftr" idx="11"/>
          </p:nvPr>
        </p:nvSpPr>
        <p:spPr>
          <a:xfrm xmlns:a="http://schemas.openxmlformats.org/drawingml/2006/main">
            <a:off x="6623674" y="6377231"/>
            <a:ext cx="4293708" cy="250337"/>
          </a:xfrm>
        </p:spPr>
        <p:txBody>
          <a:bodyPr xmlns:a="http://schemas.openxmlformats.org/drawingml/2006/main"/>
          <a:lstStyle xmlns:a="http://schemas.openxmlformats.org/drawingml/2006/main">
            <a:lvl1pPr algn="ctr">
              <a:buNone/>
              <a:defRPr/>
            </a:lvl1pPr>
          </a:lstStyle>
          <a:p xmlns:a="http://schemas.openxmlformats.org/drawingml/2006/main">
            <a:r>
              <a:t>PRESENTATION TITLE</a:t>
            </a:r>
            <a:endParaRPr/>
          </a:p>
        </p:txBody>
      </p:sp>
      <p:sp>
        <p:nvSpPr>
          <p:cNvPr id="9" name="Slide Number Placeholder 8">
            <a:extLst xmlns:a="http://schemas.openxmlformats.org/drawingml/2006/main">
              <a:ext uri="{FF2B5EF4-FFF2-40B4-BE49-F238E27FC236}">
                <a16:creationId xmlns:a16="http://schemas.microsoft.com/office/drawing/2014/main" id="{A28F409F-AA14-4AE8-B0A4-14B43A3E6018}"/>
              </a:ext>
            </a:extLst>
          </p:cNvPr>
          <p:cNvSpPr>
            <a:spLocks xmlns:a="http://schemas.openxmlformats.org/drawingml/2006/main" noGrp="1"/>
          </p:cNvSpPr>
          <p:nvPr>
            <p:ph type="sldNum" idx="12"/>
          </p:nvPr>
        </p:nvSpPr>
        <p:spPr>
          <a:xfrm xmlns:a="http://schemas.openxmlformats.org/drawingml/2006/main">
            <a:off x="11148416" y="6377231"/>
            <a:ext cx="553900" cy="250337"/>
          </a:xfrm>
        </p:spPr>
        <p:txBody>
          <a:bodyPr xmlns:a="http://schemas.openxmlformats.org/drawingml/2006/main"/>
          <a:lstStyle xmlns:a="http://schemas.openxmlformats.org/drawingml/2006/main">
            <a:lvl1pPr algn="ctr">
              <a:buNone/>
              <a:defRPr/>
            </a:lvl1pPr>
          </a:lstStyle>
          <a:p xmlns:a="http://schemas.openxmlformats.org/drawingml/2006/main">
            <a:fld id="{93005692-73BE-493E-93AB-ECD6027A7652}" type="slidenum">
              <a:t>‹#›</a:t>
            </a:fld>
            <a:endParaRPr/>
          </a:p>
        </p:txBody>
      </p:sp>
      <p:sp>
        <p:nvSpPr>
          <p:cNvPr id="15" name="Rectangle 14">
            <a:extLst xmlns:a="http://schemas.openxmlformats.org/drawingml/2006/main">
              <a:ext uri="{FF2B5EF4-FFF2-40B4-BE49-F238E27FC236}">
                <a16:creationId xmlns:a16="http://schemas.microsoft.com/office/drawing/2014/main" id="{704DF45C-A64A-062F-9CED-3E842F488317}"/>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3DB245BA-2894-CA76-0F75-D34749BB9804}"/>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520A4491-7F26-FD1F-E922-D16588A2AF7F}"/>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64467DA2-12C4-867B-1A08-D4BC12EE3119}"/>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ctangle 19">
            <a:extLst xmlns:a="http://schemas.openxmlformats.org/drawingml/2006/main">
              <a:ext uri="{FF2B5EF4-FFF2-40B4-BE49-F238E27FC236}">
                <a16:creationId xmlns:a16="http://schemas.microsoft.com/office/drawing/2014/main" id="{AB127630-A949-31A6-994A-2119B96BA2FB}"/>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xml><?xml version="1.0" encoding="utf-8"?>
<p:sldLayout xmlns:p="http://schemas.openxmlformats.org/presentationml/2006/main" showMasterSp="0" preserve="1" userDrawn="1">
  <p:cSld name="Title Slide with Image">
    <p:spTree>
      <p:nvGrpSpPr>
        <p:cNvPr id="1" name=""/>
        <p:cNvGrpSpPr/>
        <p:nvPr/>
      </p:nvGrpSpPr>
      <p:grpSpPr>
        <a:xfrm xmlns:a="http://schemas.openxmlformats.org/drawingml/2006/main"/>
      </p:grpSpPr>
      <p:sp>
        <p:nvSpPr>
          <p:cNvPr id="6" name="Picture Placeholder 5">
            <a:extLst xmlns:a="http://schemas.openxmlformats.org/drawingml/2006/main">
              <a:ext uri="{FF2B5EF4-FFF2-40B4-BE49-F238E27FC236}">
                <a16:creationId xmlns:a16="http://schemas.microsoft.com/office/drawing/2014/main" id="{3F1F1A14-8687-433D-91C3-3A59B8BBE4DD}"/>
              </a:ext>
            </a:extLst>
          </p:cNvPr>
          <p:cNvSpPr>
            <a:spLocks xmlns:a="http://schemas.openxmlformats.org/drawingml/2006/main" noGrp="1"/>
          </p:cNvSpPr>
          <p:nvPr>
            <p:ph type="pic" idx="13"/>
          </p:nvPr>
        </p:nvSpPr>
        <p:spPr>
          <a:xfrm xmlns:a="http://schemas.openxmlformats.org/drawingml/2006/main">
            <a:off x="6094124" y="397164"/>
            <a:ext cx="6097876" cy="6460836"/>
          </a:xfrm>
        </p:spPr>
        <p:txBody>
          <a:bodyPr xmlns:a="http://schemas.openxmlformats.org/drawingml/2006/main"/>
          <a:lstStyle xmlns:a="http://schemas.openxmlformats.org/drawingml/2006/main"/>
          <a:p xmlns:a="http://schemas.openxmlformats.org/drawingml/2006/main">
            <a:r>
              <a:t>Click icon to add picture</a:t>
            </a:r>
          </a:p>
        </p:txBody>
      </p:sp>
      <p:sp>
        <p:nvSpPr>
          <p:cNvPr id="2" name="Title 1">
            <a:extLst xmlns:a="http://schemas.openxmlformats.org/drawingml/2006/main">
              <a:ext uri="{FF2B5EF4-FFF2-40B4-BE49-F238E27FC236}">
                <a16:creationId xmlns:a16="http://schemas.microsoft.com/office/drawing/2014/main" id="{1786C106-6FCD-4E5C-B5EB-E4422EA9CBED}"/>
              </a:ext>
            </a:extLst>
          </p:cNvPr>
          <p:cNvSpPr>
            <a:spLocks xmlns:a="http://schemas.openxmlformats.org/drawingml/2006/main" noGrp="1"/>
          </p:cNvSpPr>
          <p:nvPr>
            <p:ph type="ctrTitle" idx="0" hasCustomPrompt="1"/>
          </p:nvPr>
        </p:nvSpPr>
        <p:spPr>
          <a:xfrm xmlns:a="http://schemas.openxmlformats.org/drawingml/2006/main">
            <a:off x="452740" y="1028940"/>
            <a:ext cx="5486243" cy="1474115"/>
          </a:xfrm>
        </p:spPr>
        <p:txBody>
          <a:bodyPr xmlns:a="http://schemas.openxmlformats.org/drawingml/2006/main" lIns="0" anchor="b">
            <a:noAutofit/>
          </a:bodyPr>
          <a:lstStyle xmlns:a="http://schemas.openxmlformats.org/drawingml/2006/main">
            <a:lvl1pPr algn="l">
              <a:buNone/>
              <a:defRPr sz="5400" b="1" cap="all" baseline="0">
                <a:solidFill>
                  <a:schemeClr val="tx1"/>
                </a:solidFill>
                <a:latin typeface="+mj-lt"/>
                <a:ea typeface="+mj-lt"/>
                <a:cs typeface="+mj-lt"/>
              </a:defRPr>
            </a:lvl1pPr>
          </a:lstStyle>
          <a:p xmlns:a="http://schemas.openxmlformats.org/drawingml/2006/main">
            <a:r>
              <a:t>CLICK TO EDIT MASTER TITLE SLIDE</a:t>
            </a:r>
          </a:p>
        </p:txBody>
      </p:sp>
      <p:sp>
        <p:nvSpPr>
          <p:cNvPr id="3" name="Subtitle 2">
            <a:extLst xmlns:a="http://schemas.openxmlformats.org/drawingml/2006/main">
              <a:ext uri="{FF2B5EF4-FFF2-40B4-BE49-F238E27FC236}">
                <a16:creationId xmlns:a16="http://schemas.microsoft.com/office/drawing/2014/main" id="{998A0FC5-10A9-4949-99FB-7ADFF3752096}"/>
              </a:ext>
            </a:extLst>
          </p:cNvPr>
          <p:cNvSpPr>
            <a:spLocks xmlns:a="http://schemas.openxmlformats.org/drawingml/2006/main" noGrp="1"/>
          </p:cNvSpPr>
          <p:nvPr>
            <p:ph type="subTitle" idx="1"/>
          </p:nvPr>
        </p:nvSpPr>
        <p:spPr>
          <a:xfrm xmlns:a="http://schemas.openxmlformats.org/drawingml/2006/main">
            <a:off x="452740" y="4266821"/>
            <a:ext cx="5486243" cy="666549"/>
          </a:xfrm>
        </p:spPr>
        <p:txBody>
          <a:bodyPr xmlns:a="http://schemas.openxmlformats.org/drawingml/2006/main" lIns="0" anchor="t">
            <a:normAutofit/>
          </a:bodyPr>
          <a:lstStyle xmlns:a="http://schemas.openxmlformats.org/drawingml/2006/main">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7" name="Date Placeholder 6">
            <a:extLst xmlns:a="http://schemas.openxmlformats.org/drawingml/2006/main">
              <a:ext uri="{FF2B5EF4-FFF2-40B4-BE49-F238E27FC236}">
                <a16:creationId xmlns:a16="http://schemas.microsoft.com/office/drawing/2014/main" id="{6642D63C-3785-47EA-8265-A28D6DB71B14}"/>
              </a:ext>
            </a:extLst>
          </p:cNvPr>
          <p:cNvSpPr>
            <a:spLocks xmlns:a="http://schemas.openxmlformats.org/drawingml/2006/main" noGrp="1"/>
          </p:cNvSpPr>
          <p:nvPr>
            <p:ph type="dt" idx="10"/>
          </p:nvPr>
        </p:nvSpPr>
        <p:spPr>
          <a:xfrm xmlns:a="http://schemas.openxmlformats.org/drawingml/2006/main">
            <a:off x="452740" y="2642329"/>
            <a:ext cx="1182916" cy="377962"/>
          </a:xfrm>
          <a:prstGeom xmlns:a="http://schemas.openxmlformats.org/drawingml/2006/main" prst="rect">
            <a:avLst/>
          </a:prstGeom>
          <a:solidFill xmlns:a="http://schemas.openxmlformats.org/drawingml/2006/main">
            <a:schemeClr val="accent3"/>
          </a:solidFill>
        </p:spPr>
        <p:txBody>
          <a:bodyPr xmlns:a="http://schemas.openxmlformats.org/drawingml/2006/main"/>
          <a:lstStyle xmlns:a="http://schemas.openxmlformats.org/drawingml/2006/main">
            <a:lvl1pPr>
              <a:buNone/>
              <a:defRPr sz="1100">
                <a:solidFill>
                  <a:schemeClr val="bg1"/>
                </a:solidFill>
                <a:latin typeface="Verdana"/>
                <a:ea typeface="Verdana"/>
                <a:cs typeface="Verdana"/>
              </a:defRPr>
            </a:lvl1pPr>
          </a:lstStyle>
          <a:p xmlns:a="http://schemas.openxmlformats.org/drawingml/2006/main">
            <a:fld id="{A318C6E2-4AA5-436E-9815-715E9B2235FA}" type="datetime1">
              <a:t>2/21/24</a:t>
            </a:fld>
            <a:endParaRPr/>
          </a:p>
        </p:txBody>
      </p:sp>
      <p:sp>
        <p:nvSpPr>
          <p:cNvPr id="8" name="Footer Placeholder 7">
            <a:extLst xmlns:a="http://schemas.openxmlformats.org/drawingml/2006/main">
              <a:ext uri="{FF2B5EF4-FFF2-40B4-BE49-F238E27FC236}">
                <a16:creationId xmlns:a16="http://schemas.microsoft.com/office/drawing/2014/main" id="{D53BFFB7-86B3-48F2-841D-A00488B558EF}"/>
              </a:ext>
            </a:extLst>
          </p:cNvPr>
          <p:cNvSpPr>
            <a:spLocks xmlns:a="http://schemas.openxmlformats.org/drawingml/2006/main" noGrp="1"/>
          </p:cNvSpPr>
          <p:nvPr>
            <p:ph type="ftr" idx="11"/>
          </p:nvPr>
        </p:nvSpPr>
        <p:spPr>
          <a:xfrm xmlns:a="http://schemas.openxmlformats.org/drawingml/2006/main">
            <a:off x="6623674" y="6377231"/>
            <a:ext cx="4293708" cy="250337"/>
          </a:xfrm>
        </p:spPr>
        <p:txBody>
          <a:bodyPr xmlns:a="http://schemas.openxmlformats.org/drawingml/2006/main"/>
          <a:lstStyle xmlns:a="http://schemas.openxmlformats.org/drawingml/2006/main">
            <a:lvl1pPr algn="ctr">
              <a:buNone/>
              <a:defRPr/>
            </a:lvl1pPr>
          </a:lstStyle>
          <a:p xmlns:a="http://schemas.openxmlformats.org/drawingml/2006/main">
            <a:r>
              <a:t>PRESENTATION TITLE</a:t>
            </a:r>
            <a:endParaRPr/>
          </a:p>
        </p:txBody>
      </p:sp>
      <p:sp>
        <p:nvSpPr>
          <p:cNvPr id="9" name="Slide Number Placeholder 8">
            <a:extLst xmlns:a="http://schemas.openxmlformats.org/drawingml/2006/main">
              <a:ext uri="{FF2B5EF4-FFF2-40B4-BE49-F238E27FC236}">
                <a16:creationId xmlns:a16="http://schemas.microsoft.com/office/drawing/2014/main" id="{6AE0A837-BAA6-4434-8AF9-9B822C36FD67}"/>
              </a:ext>
            </a:extLst>
          </p:cNvPr>
          <p:cNvSpPr>
            <a:spLocks xmlns:a="http://schemas.openxmlformats.org/drawingml/2006/main" noGrp="1"/>
          </p:cNvSpPr>
          <p:nvPr>
            <p:ph type="sldNum" idx="12"/>
          </p:nvPr>
        </p:nvSpPr>
        <p:spPr>
          <a:xfrm xmlns:a="http://schemas.openxmlformats.org/drawingml/2006/main">
            <a:off x="11148416" y="6377231"/>
            <a:ext cx="553900" cy="250337"/>
          </a:xfrm>
        </p:spPr>
        <p:txBody>
          <a:bodyPr xmlns:a="http://schemas.openxmlformats.org/drawingml/2006/main"/>
          <a:lstStyle xmlns:a="http://schemas.openxmlformats.org/drawingml/2006/main">
            <a:lvl1pPr algn="ctr">
              <a:buNone/>
              <a:defRPr/>
            </a:lvl1pPr>
          </a:lstStyle>
          <a:p xmlns:a="http://schemas.openxmlformats.org/drawingml/2006/main">
            <a:fld id="{93005692-73BE-493E-93AB-ECD6027A7652}" type="slidenum">
              <a:t>‹#›</a:t>
            </a:fld>
            <a:endParaRPr/>
          </a:p>
        </p:txBody>
      </p:sp>
      <p:pic>
        <p:nvPicPr>
          <p:cNvPr id="4" name="Picture 3">
            <a:extLst xmlns:a="http://schemas.openxmlformats.org/drawingml/2006/main">
              <a:ext uri="{FF2B5EF4-FFF2-40B4-BE49-F238E27FC236}">
                <a16:creationId xmlns:a16="http://schemas.microsoft.com/office/drawing/2014/main" id="{DEFA2F05-71F4-4A4A-9584-0F6D80931DA6}"/>
              </a:ext>
            </a:extLst>
          </p:cNvPr>
          <p:cNvPicPr>
            <a:picLocks xmlns:a="http://schemas.openxmlformats.org/drawingml/2006/main" noChangeAspect="1"/>
          </p:cNvPicPr>
          <p:nvPr/>
        </p:nvPicPr>
        <p:blipFill>
          <a:blip xmlns:r="http://schemas.openxmlformats.org/officeDocument/2006/relationships" xmlns:a="http://schemas.openxmlformats.org/drawingml/2006/main" r:embed="Rf1e03634510648c1"/>
          <a:srcRect xmlns:a="http://schemas.openxmlformats.org/drawingml/2006/main" l="0" t="0" r="0" b="0"/>
          <a:stretch xmlns:a="http://schemas.openxmlformats.org/drawingml/2006/main"/>
        </p:blipFill>
        <p:spPr>
          <a:xfrm xmlns:a="http://schemas.openxmlformats.org/drawingml/2006/main">
            <a:off x="6850" y="5600284"/>
            <a:ext cx="4567498" cy="1255431"/>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CAAEAB53-3AF3-394F-5A0D-265C448ECA6E}"/>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9D4BD0F5-AD43-7157-6853-3CD55084FE74}"/>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CDF12FAF-5A82-CC83-3020-79FECB6A9B1D}"/>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8DE8C28B-8279-2C62-9323-C451CFBB2946}"/>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89CBBFB6-9B79-D3A2-687E-255A236C9639}"/>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xml><?xml version="1.0" encoding="utf-8"?>
<p:sldLayout xmlns:p="http://schemas.openxmlformats.org/presentationml/2006/main" showMasterSp="0" type="title" preserve="1">
  <p:cSld name="Title Slide Black">
    <p:bg>
      <p:bgPr>
        <a:solidFill xmlns:a="http://schemas.openxmlformats.org/drawingml/2006/main">
          <a:schemeClr val="tx1"/>
        </a:solidFill>
      </p:bgPr>
    </p:bg>
    <p:spTree>
      <p:nvGrpSpPr>
        <p:cNvPr id="1" name=""/>
        <p:cNvGrpSpPr/>
        <p:nvPr/>
      </p:nvGrpSpPr>
      <p:grpSpPr>
        <a:xfrm xmlns:a="http://schemas.openxmlformats.org/drawingml/2006/main"/>
      </p:grpSpPr>
      <p:pic>
        <p:nvPicPr>
          <p:cNvPr id="14" name="Picture 13">
            <a:extLst xmlns:a="http://schemas.openxmlformats.org/drawingml/2006/main">
              <a:ext uri="{FF2B5EF4-FFF2-40B4-BE49-F238E27FC236}">
                <a16:creationId xmlns:a16="http://schemas.microsoft.com/office/drawing/2014/main" id="{CEA3F491-EEB7-454A-B608-D9249C583FE4}"/>
              </a:ext>
            </a:extLst>
          </p:cNvPr>
          <p:cNvPicPr>
            <a:picLocks xmlns:a="http://schemas.openxmlformats.org/drawingml/2006/main" noChangeAspect="1"/>
          </p:cNvPicPr>
          <p:nvPr/>
        </p:nvPicPr>
        <p:blipFill>
          <a:blip xmlns:r="http://schemas.openxmlformats.org/officeDocument/2006/relationships" xmlns:a="http://schemas.openxmlformats.org/drawingml/2006/main" r:embed="R444ba7800c4d4b71"/>
          <a:srcRect xmlns:a="http://schemas.openxmlformats.org/drawingml/2006/main" l="0" t="0" r="0" b="0"/>
          <a:stretch xmlns:a="http://schemas.openxmlformats.org/drawingml/2006/main"/>
        </p:blipFill>
        <p:spPr>
          <a:xfrm xmlns:a="http://schemas.openxmlformats.org/drawingml/2006/main">
            <a:off x="6849" y="5600284"/>
            <a:ext cx="4567499" cy="125543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EB1A631-9EB4-4B3B-86FE-D36DF0AA78AB}"/>
              </a:ext>
            </a:extLst>
          </p:cNvPr>
          <p:cNvSpPr>
            <a:spLocks xmlns:a="http://schemas.openxmlformats.org/drawingml/2006/main" noGrp="1"/>
          </p:cNvSpPr>
          <p:nvPr>
            <p:ph type="ctrTitle" idx="0" hasCustomPrompt="1"/>
          </p:nvPr>
        </p:nvSpPr>
        <p:spPr>
          <a:xfrm xmlns:a="http://schemas.openxmlformats.org/drawingml/2006/main">
            <a:off x="452740" y="1028940"/>
            <a:ext cx="9254931" cy="1474115"/>
          </a:xfrm>
        </p:spPr>
        <p:txBody>
          <a:bodyPr xmlns:a="http://schemas.openxmlformats.org/drawingml/2006/main" lIns="0" anchor="b">
            <a:noAutofit/>
          </a:bodyPr>
          <a:lstStyle xmlns:a="http://schemas.openxmlformats.org/drawingml/2006/main">
            <a:lvl1pPr algn="l">
              <a:buNone/>
              <a:defRPr sz="5400" b="1" cap="all" baseline="0">
                <a:solidFill>
                  <a:schemeClr val="bg1"/>
                </a:solidFill>
                <a:latin typeface="+mj-lt"/>
                <a:ea typeface="+mj-lt"/>
                <a:cs typeface="+mj-lt"/>
              </a:defRPr>
            </a:lvl1pPr>
          </a:lstStyle>
          <a:p xmlns:a="http://schemas.openxmlformats.org/drawingml/2006/main">
            <a:r>
              <a:t>CLICK TO EDIT MASTER TITLE SLIDE</a:t>
            </a:r>
          </a:p>
        </p:txBody>
      </p:sp>
      <p:sp>
        <p:nvSpPr>
          <p:cNvPr id="3" name="Subtitle 2">
            <a:extLst xmlns:a="http://schemas.openxmlformats.org/drawingml/2006/main">
              <a:ext uri="{FF2B5EF4-FFF2-40B4-BE49-F238E27FC236}">
                <a16:creationId xmlns:a16="http://schemas.microsoft.com/office/drawing/2014/main" id="{0AC6D484-DBD9-4CE5-A02C-F6EC371CE3BD}"/>
              </a:ext>
            </a:extLst>
          </p:cNvPr>
          <p:cNvSpPr>
            <a:spLocks xmlns:a="http://schemas.openxmlformats.org/drawingml/2006/main" noGrp="1"/>
          </p:cNvSpPr>
          <p:nvPr>
            <p:ph type="subTitle" idx="1"/>
          </p:nvPr>
        </p:nvSpPr>
        <p:spPr>
          <a:xfrm xmlns:a="http://schemas.openxmlformats.org/drawingml/2006/main">
            <a:off x="452740" y="4266821"/>
            <a:ext cx="5486243" cy="666549"/>
          </a:xfrm>
        </p:spPr>
        <p:txBody>
          <a:bodyPr xmlns:a="http://schemas.openxmlformats.org/drawingml/2006/main" lIns="0" anchor="t">
            <a:normAutofit/>
          </a:bodyPr>
          <a:lstStyle xmlns:a="http://schemas.openxmlformats.org/drawingml/2006/main">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7" name="Date Placeholder 6">
            <a:extLst xmlns:a="http://schemas.openxmlformats.org/drawingml/2006/main">
              <a:ext uri="{FF2B5EF4-FFF2-40B4-BE49-F238E27FC236}">
                <a16:creationId xmlns:a16="http://schemas.microsoft.com/office/drawing/2014/main" id="{7B8F160A-E96B-48E0-8438-BA1395A786D8}"/>
              </a:ext>
            </a:extLst>
          </p:cNvPr>
          <p:cNvSpPr>
            <a:spLocks xmlns:a="http://schemas.openxmlformats.org/drawingml/2006/main" noGrp="1"/>
          </p:cNvSpPr>
          <p:nvPr>
            <p:ph type="dt" idx="10"/>
          </p:nvPr>
        </p:nvSpPr>
        <p:spPr>
          <a:xfrm xmlns:a="http://schemas.openxmlformats.org/drawingml/2006/main">
            <a:off x="452740" y="2642329"/>
            <a:ext cx="1182916" cy="377962"/>
          </a:xfrm>
          <a:prstGeom xmlns:a="http://schemas.openxmlformats.org/drawingml/2006/main" prst="rect">
            <a:avLst/>
          </a:prstGeom>
          <a:solidFill xmlns:a="http://schemas.openxmlformats.org/drawingml/2006/main">
            <a:schemeClr val="accent3"/>
          </a:solidFill>
        </p:spPr>
        <p:txBody>
          <a:bodyPr xmlns:a="http://schemas.openxmlformats.org/drawingml/2006/main"/>
          <a:lstStyle xmlns:a="http://schemas.openxmlformats.org/drawingml/2006/main">
            <a:lvl1pPr>
              <a:buNone/>
              <a:defRPr sz="1100">
                <a:solidFill>
                  <a:schemeClr val="bg1"/>
                </a:solidFill>
                <a:latin typeface="Verdana"/>
                <a:ea typeface="Verdana"/>
                <a:cs typeface="Verdana"/>
              </a:defRPr>
            </a:lvl1pPr>
          </a:lstStyle>
          <a:p xmlns:a="http://schemas.openxmlformats.org/drawingml/2006/main">
            <a:fld id="{A318C6E2-4AA5-436E-9815-715E9B2235FA}" type="datetime1">
              <a:t>2/21/24</a:t>
            </a:fld>
            <a:endParaRPr/>
          </a:p>
        </p:txBody>
      </p:sp>
      <p:sp>
        <p:nvSpPr>
          <p:cNvPr id="8" name="Footer Placeholder 7">
            <a:extLst xmlns:a="http://schemas.openxmlformats.org/drawingml/2006/main">
              <a:ext uri="{FF2B5EF4-FFF2-40B4-BE49-F238E27FC236}">
                <a16:creationId xmlns:a16="http://schemas.microsoft.com/office/drawing/2014/main" id="{AF7FAB53-FC4D-4887-B5EE-858C35037739}"/>
              </a:ext>
            </a:extLst>
          </p:cNvPr>
          <p:cNvSpPr>
            <a:spLocks xmlns:a="http://schemas.openxmlformats.org/drawingml/2006/main" noGrp="1"/>
          </p:cNvSpPr>
          <p:nvPr>
            <p:ph type="ftr" idx="11"/>
          </p:nvPr>
        </p:nvSpPr>
        <p:spPr>
          <a:xfrm xmlns:a="http://schemas.openxmlformats.org/drawingml/2006/main">
            <a:off x="6623674" y="6377231"/>
            <a:ext cx="4293708" cy="250337"/>
          </a:xfrm>
        </p:spPr>
        <p:txBody>
          <a:bodyPr xmlns:a="http://schemas.openxmlformats.org/drawingml/2006/main"/>
          <a:lstStyle xmlns:a="http://schemas.openxmlformats.org/drawingml/2006/main">
            <a:lvl1pPr algn="ctr">
              <a:buNone/>
              <a:defRPr>
                <a:solidFill>
                  <a:schemeClr val="bg1">
                    <a:lumMod val="85000"/>
                  </a:schemeClr>
                </a:solidFill>
              </a:defRPr>
            </a:lvl1pPr>
          </a:lstStyle>
          <a:p xmlns:a="http://schemas.openxmlformats.org/drawingml/2006/main">
            <a:r>
              <a:t>PRESENTATION TITLE</a:t>
            </a:r>
            <a:endParaRPr/>
          </a:p>
        </p:txBody>
      </p:sp>
      <p:sp>
        <p:nvSpPr>
          <p:cNvPr id="9" name="Slide Number Placeholder 8">
            <a:extLst xmlns:a="http://schemas.openxmlformats.org/drawingml/2006/main">
              <a:ext uri="{FF2B5EF4-FFF2-40B4-BE49-F238E27FC236}">
                <a16:creationId xmlns:a16="http://schemas.microsoft.com/office/drawing/2014/main" id="{B5052FD0-EC16-491C-944A-EC528C92EB1E}"/>
              </a:ext>
            </a:extLst>
          </p:cNvPr>
          <p:cNvSpPr>
            <a:spLocks xmlns:a="http://schemas.openxmlformats.org/drawingml/2006/main" noGrp="1"/>
          </p:cNvSpPr>
          <p:nvPr>
            <p:ph type="sldNum" idx="12"/>
          </p:nvPr>
        </p:nvSpPr>
        <p:spPr>
          <a:xfrm xmlns:a="http://schemas.openxmlformats.org/drawingml/2006/main">
            <a:off x="11148416" y="6377231"/>
            <a:ext cx="553900" cy="250337"/>
          </a:xfrm>
        </p:spPr>
        <p:txBody>
          <a:bodyPr xmlns:a="http://schemas.openxmlformats.org/drawingml/2006/main"/>
          <a:lstStyle xmlns:a="http://schemas.openxmlformats.org/drawingml/2006/main">
            <a:lvl1pPr algn="ctr">
              <a:buNone/>
              <a:defRPr>
                <a:solidFill>
                  <a:schemeClr val="bg1">
                    <a:lumMod val="85000"/>
                  </a:schemeClr>
                </a:solidFill>
              </a:defRPr>
            </a:lvl1pPr>
          </a:lstStyle>
          <a:p xmlns:a="http://schemas.openxmlformats.org/drawingml/2006/main">
            <a:fld id="{93005692-73BE-493E-93AB-ECD6027A7652}" type="slidenum">
              <a:t>‹#›</a:t>
            </a:fld>
            <a:endParaRPr/>
          </a:p>
        </p:txBody>
      </p:sp>
      <p:sp>
        <p:nvSpPr>
          <p:cNvPr id="17" name="Rectangle 16">
            <a:extLst xmlns:a="http://schemas.openxmlformats.org/drawingml/2006/main">
              <a:ext uri="{FF2B5EF4-FFF2-40B4-BE49-F238E27FC236}">
                <a16:creationId xmlns:a16="http://schemas.microsoft.com/office/drawing/2014/main" id="{46859F7A-5A85-CDB2-227D-E72CEFB48AFD}"/>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7C991028-4405-8861-5C0F-DDCED6AE10C4}"/>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E10B4E87-130B-529C-B325-CF2152D17DBD}"/>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Rectangle 23">
            <a:extLst xmlns:a="http://schemas.openxmlformats.org/drawingml/2006/main">
              <a:ext uri="{FF2B5EF4-FFF2-40B4-BE49-F238E27FC236}">
                <a16:creationId xmlns:a16="http://schemas.microsoft.com/office/drawing/2014/main" id="{A3B4BA68-9EA4-7A22-3621-B9ED64303A72}"/>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Rectangle 24">
            <a:extLst xmlns:a="http://schemas.openxmlformats.org/drawingml/2006/main">
              <a:ext uri="{FF2B5EF4-FFF2-40B4-BE49-F238E27FC236}">
                <a16:creationId xmlns:a16="http://schemas.microsoft.com/office/drawing/2014/main" id="{C15C994C-FB53-4A65-2E87-41A181943148}"/>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4.xml><?xml version="1.0" encoding="utf-8"?>
<p:sldLayout xmlns:p="http://schemas.openxmlformats.org/presentationml/2006/main" showMasterSp="0" preserve="1" userDrawn="1">
  <p:cSld name="Title Slide Black with Image">
    <p:bg>
      <p:bgPr>
        <a:solidFill xmlns:a="http://schemas.openxmlformats.org/drawingml/2006/main">
          <a:schemeClr val="tx1"/>
        </a:solidFill>
      </p:bgPr>
    </p:bg>
    <p:spTree>
      <p:nvGrpSpPr>
        <p:cNvPr id="1" name=""/>
        <p:cNvGrpSpPr/>
        <p:nvPr/>
      </p:nvGrpSpPr>
      <p:grpSpPr>
        <a:xfrm xmlns:a="http://schemas.openxmlformats.org/drawingml/2006/main"/>
      </p:grpSpPr>
      <p:sp>
        <p:nvSpPr>
          <p:cNvPr id="18" name="Picture Placeholder 5">
            <a:extLst xmlns:a="http://schemas.openxmlformats.org/drawingml/2006/main">
              <a:ext uri="{FF2B5EF4-FFF2-40B4-BE49-F238E27FC236}">
                <a16:creationId xmlns:a16="http://schemas.microsoft.com/office/drawing/2014/main" id="{280E4A09-7371-4123-B6BA-85048B583C97}"/>
              </a:ext>
            </a:extLst>
          </p:cNvPr>
          <p:cNvSpPr>
            <a:spLocks xmlns:a="http://schemas.openxmlformats.org/drawingml/2006/main" noGrp="1"/>
          </p:cNvSpPr>
          <p:nvPr>
            <p:ph type="pic" idx="13"/>
          </p:nvPr>
        </p:nvSpPr>
        <p:spPr>
          <a:xfrm xmlns:a="http://schemas.openxmlformats.org/drawingml/2006/main">
            <a:off x="6094124" y="397164"/>
            <a:ext cx="6097876" cy="6460836"/>
          </a:xfrm>
        </p:spPr>
        <p:txBody>
          <a:bodyPr xmlns:a="http://schemas.openxmlformats.org/drawingml/2006/main"/>
          <a:lstStyle xmlns:a="http://schemas.openxmlformats.org/drawingml/2006/main"/>
          <a:p xmlns:a="http://schemas.openxmlformats.org/drawingml/2006/main">
            <a:r>
              <a:t>Click icon to add picture</a:t>
            </a:r>
          </a:p>
        </p:txBody>
      </p:sp>
      <p:sp>
        <p:nvSpPr>
          <p:cNvPr id="2" name="Title 1">
            <a:extLst xmlns:a="http://schemas.openxmlformats.org/drawingml/2006/main">
              <a:ext uri="{FF2B5EF4-FFF2-40B4-BE49-F238E27FC236}">
                <a16:creationId xmlns:a16="http://schemas.microsoft.com/office/drawing/2014/main" id="{CEF9B89F-F168-4C46-AC72-1569CC3F2330}"/>
              </a:ext>
            </a:extLst>
          </p:cNvPr>
          <p:cNvSpPr>
            <a:spLocks xmlns:a="http://schemas.openxmlformats.org/drawingml/2006/main" noGrp="1"/>
          </p:cNvSpPr>
          <p:nvPr>
            <p:ph type="ctrTitle" idx="0" hasCustomPrompt="1"/>
          </p:nvPr>
        </p:nvSpPr>
        <p:spPr>
          <a:xfrm xmlns:a="http://schemas.openxmlformats.org/drawingml/2006/main">
            <a:off x="452740" y="1028940"/>
            <a:ext cx="5486243" cy="1474115"/>
          </a:xfrm>
        </p:spPr>
        <p:txBody>
          <a:bodyPr xmlns:a="http://schemas.openxmlformats.org/drawingml/2006/main" lIns="0" anchor="b">
            <a:noAutofit/>
          </a:bodyPr>
          <a:lstStyle xmlns:a="http://schemas.openxmlformats.org/drawingml/2006/main">
            <a:lvl1pPr algn="l">
              <a:buNone/>
              <a:defRPr sz="5400" b="1" cap="all" baseline="0">
                <a:solidFill>
                  <a:schemeClr val="bg1"/>
                </a:solidFill>
                <a:latin typeface="+mj-lt"/>
                <a:ea typeface="+mj-lt"/>
                <a:cs typeface="+mj-lt"/>
              </a:defRPr>
            </a:lvl1pPr>
          </a:lstStyle>
          <a:p xmlns:a="http://schemas.openxmlformats.org/drawingml/2006/main">
            <a:r>
              <a:t>CLICK TO EDIT MASTER TITLE SLIDE</a:t>
            </a:r>
          </a:p>
        </p:txBody>
      </p:sp>
      <p:sp>
        <p:nvSpPr>
          <p:cNvPr id="3" name="Subtitle 2">
            <a:extLst xmlns:a="http://schemas.openxmlformats.org/drawingml/2006/main">
              <a:ext uri="{FF2B5EF4-FFF2-40B4-BE49-F238E27FC236}">
                <a16:creationId xmlns:a16="http://schemas.microsoft.com/office/drawing/2014/main" id="{E8A49EA7-13C0-475B-A01F-B9FAE9202292}"/>
              </a:ext>
            </a:extLst>
          </p:cNvPr>
          <p:cNvSpPr>
            <a:spLocks xmlns:a="http://schemas.openxmlformats.org/drawingml/2006/main" noGrp="1"/>
          </p:cNvSpPr>
          <p:nvPr>
            <p:ph type="subTitle" idx="1"/>
          </p:nvPr>
        </p:nvSpPr>
        <p:spPr>
          <a:xfrm xmlns:a="http://schemas.openxmlformats.org/drawingml/2006/main">
            <a:off x="452740" y="4266821"/>
            <a:ext cx="5486243" cy="666549"/>
          </a:xfrm>
        </p:spPr>
        <p:txBody>
          <a:bodyPr xmlns:a="http://schemas.openxmlformats.org/drawingml/2006/main" lIns="0" anchor="t">
            <a:normAutofit/>
          </a:bodyPr>
          <a:lstStyle xmlns:a="http://schemas.openxmlformats.org/drawingml/2006/main">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7" name="Date Placeholder 6">
            <a:extLst xmlns:a="http://schemas.openxmlformats.org/drawingml/2006/main">
              <a:ext uri="{FF2B5EF4-FFF2-40B4-BE49-F238E27FC236}">
                <a16:creationId xmlns:a16="http://schemas.microsoft.com/office/drawing/2014/main" id="{7FC970CD-445D-40CA-A05D-CB4E60347819}"/>
              </a:ext>
            </a:extLst>
          </p:cNvPr>
          <p:cNvSpPr>
            <a:spLocks xmlns:a="http://schemas.openxmlformats.org/drawingml/2006/main" noGrp="1"/>
          </p:cNvSpPr>
          <p:nvPr>
            <p:ph type="dt" idx="10"/>
          </p:nvPr>
        </p:nvSpPr>
        <p:spPr>
          <a:xfrm xmlns:a="http://schemas.openxmlformats.org/drawingml/2006/main">
            <a:off x="452740" y="2642329"/>
            <a:ext cx="1182916" cy="377962"/>
          </a:xfrm>
          <a:prstGeom xmlns:a="http://schemas.openxmlformats.org/drawingml/2006/main" prst="rect">
            <a:avLst/>
          </a:prstGeom>
          <a:solidFill xmlns:a="http://schemas.openxmlformats.org/drawingml/2006/main">
            <a:schemeClr val="accent3"/>
          </a:solidFill>
        </p:spPr>
        <p:txBody>
          <a:bodyPr xmlns:a="http://schemas.openxmlformats.org/drawingml/2006/main"/>
          <a:lstStyle xmlns:a="http://schemas.openxmlformats.org/drawingml/2006/main">
            <a:lvl1pPr>
              <a:buNone/>
              <a:defRPr sz="1100">
                <a:solidFill>
                  <a:schemeClr val="bg1"/>
                </a:solidFill>
                <a:latin typeface="Verdana"/>
                <a:ea typeface="Verdana"/>
                <a:cs typeface="Verdana"/>
              </a:defRPr>
            </a:lvl1pPr>
          </a:lstStyle>
          <a:p xmlns:a="http://schemas.openxmlformats.org/drawingml/2006/main">
            <a:fld id="{A318C6E2-4AA5-436E-9815-715E9B2235FA}" type="datetime1">
              <a:t>2/21/24</a:t>
            </a:fld>
            <a:endParaRPr/>
          </a:p>
        </p:txBody>
      </p:sp>
      <p:sp>
        <p:nvSpPr>
          <p:cNvPr id="8" name="Footer Placeholder 7">
            <a:extLst xmlns:a="http://schemas.openxmlformats.org/drawingml/2006/main">
              <a:ext uri="{FF2B5EF4-FFF2-40B4-BE49-F238E27FC236}">
                <a16:creationId xmlns:a16="http://schemas.microsoft.com/office/drawing/2014/main" id="{1A78613F-7757-4520-A9FA-ACF3EF4D7C1E}"/>
              </a:ext>
            </a:extLst>
          </p:cNvPr>
          <p:cNvSpPr>
            <a:spLocks xmlns:a="http://schemas.openxmlformats.org/drawingml/2006/main" noGrp="1"/>
          </p:cNvSpPr>
          <p:nvPr>
            <p:ph type="ftr" idx="11"/>
          </p:nvPr>
        </p:nvSpPr>
        <p:spPr>
          <a:xfrm xmlns:a="http://schemas.openxmlformats.org/drawingml/2006/main">
            <a:off x="6623674" y="6377231"/>
            <a:ext cx="4293708" cy="250337"/>
          </a:xfrm>
        </p:spPr>
        <p:txBody>
          <a:bodyPr xmlns:a="http://schemas.openxmlformats.org/drawingml/2006/main"/>
          <a:lstStyle xmlns:a="http://schemas.openxmlformats.org/drawingml/2006/main">
            <a:lvl1pPr algn="ctr">
              <a:buNone/>
              <a:defRPr>
                <a:solidFill>
                  <a:schemeClr val="bg1">
                    <a:lumMod val="85000"/>
                  </a:schemeClr>
                </a:solidFill>
              </a:defRPr>
            </a:lvl1pPr>
          </a:lstStyle>
          <a:p xmlns:a="http://schemas.openxmlformats.org/drawingml/2006/main">
            <a:r>
              <a:t>PRESENTATION TITLE</a:t>
            </a:r>
            <a:endParaRPr/>
          </a:p>
        </p:txBody>
      </p:sp>
      <p:sp>
        <p:nvSpPr>
          <p:cNvPr id="9" name="Slide Number Placeholder 8">
            <a:extLst xmlns:a="http://schemas.openxmlformats.org/drawingml/2006/main">
              <a:ext uri="{FF2B5EF4-FFF2-40B4-BE49-F238E27FC236}">
                <a16:creationId xmlns:a16="http://schemas.microsoft.com/office/drawing/2014/main" id="{5E35BD0A-A99A-40EF-B928-D2F94C239255}"/>
              </a:ext>
            </a:extLst>
          </p:cNvPr>
          <p:cNvSpPr>
            <a:spLocks xmlns:a="http://schemas.openxmlformats.org/drawingml/2006/main" noGrp="1"/>
          </p:cNvSpPr>
          <p:nvPr>
            <p:ph type="sldNum" idx="12"/>
          </p:nvPr>
        </p:nvSpPr>
        <p:spPr>
          <a:xfrm xmlns:a="http://schemas.openxmlformats.org/drawingml/2006/main">
            <a:off x="11148416" y="6377231"/>
            <a:ext cx="553900" cy="250337"/>
          </a:xfrm>
        </p:spPr>
        <p:txBody>
          <a:bodyPr xmlns:a="http://schemas.openxmlformats.org/drawingml/2006/main"/>
          <a:lstStyle xmlns:a="http://schemas.openxmlformats.org/drawingml/2006/main">
            <a:lvl1pPr algn="ctr">
              <a:buNone/>
              <a:defRPr>
                <a:solidFill>
                  <a:schemeClr val="bg1">
                    <a:lumMod val="85000"/>
                  </a:schemeClr>
                </a:solidFill>
              </a:defRPr>
            </a:lvl1pPr>
          </a:lstStyle>
          <a:p xmlns:a="http://schemas.openxmlformats.org/drawingml/2006/main">
            <a:fld id="{93005692-73BE-493E-93AB-ECD6027A7652}" type="slidenum">
              <a:t>‹#›</a:t>
            </a:fld>
            <a:endParaRPr/>
          </a:p>
        </p:txBody>
      </p:sp>
      <p:pic>
        <p:nvPicPr>
          <p:cNvPr id="13" name="Picture 12">
            <a:extLst xmlns:a="http://schemas.openxmlformats.org/drawingml/2006/main">
              <a:ext uri="{FF2B5EF4-FFF2-40B4-BE49-F238E27FC236}">
                <a16:creationId xmlns:a16="http://schemas.microsoft.com/office/drawing/2014/main" id="{B8491650-A1CA-4625-A651-E80453EEFC99}"/>
              </a:ext>
            </a:extLst>
          </p:cNvPr>
          <p:cNvPicPr>
            <a:picLocks xmlns:a="http://schemas.openxmlformats.org/drawingml/2006/main" noChangeAspect="1"/>
          </p:cNvPicPr>
          <p:nvPr/>
        </p:nvPicPr>
        <p:blipFill>
          <a:blip xmlns:r="http://schemas.openxmlformats.org/officeDocument/2006/relationships" xmlns:a="http://schemas.openxmlformats.org/drawingml/2006/main" r:embed="Rd921708afbcc4b52"/>
          <a:srcRect xmlns:a="http://schemas.openxmlformats.org/drawingml/2006/main" l="0" t="0" r="0" b="0"/>
          <a:stretch xmlns:a="http://schemas.openxmlformats.org/drawingml/2006/main"/>
        </p:blipFill>
        <p:spPr>
          <a:xfrm xmlns:a="http://schemas.openxmlformats.org/drawingml/2006/main">
            <a:off x="6849" y="5600284"/>
            <a:ext cx="4567499" cy="1255431"/>
          </a:xfrm>
          <a:prstGeom xmlns:a="http://schemas.openxmlformats.org/drawingml/2006/main" prst="rect">
            <a:avLst/>
          </a:prstGeom>
        </p:spPr>
      </p:pic>
      <p:sp>
        <p:nvSpPr>
          <p:cNvPr id="15" name="Rectangle 14">
            <a:extLst xmlns:a="http://schemas.openxmlformats.org/drawingml/2006/main">
              <a:ext uri="{FF2B5EF4-FFF2-40B4-BE49-F238E27FC236}">
                <a16:creationId xmlns:a16="http://schemas.microsoft.com/office/drawing/2014/main" id="{2DD24995-6F05-8ECB-D3BE-0691DF97B918}"/>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ctangle 19">
            <a:extLst xmlns:a="http://schemas.openxmlformats.org/drawingml/2006/main">
              <a:ext uri="{FF2B5EF4-FFF2-40B4-BE49-F238E27FC236}">
                <a16:creationId xmlns:a16="http://schemas.microsoft.com/office/drawing/2014/main" id="{C836C1D7-6B11-F5C9-0533-3719C5ECB00C}"/>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769C97C2-B343-C17E-D528-65C442051DD5}"/>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Rectangle 21">
            <a:extLst xmlns:a="http://schemas.openxmlformats.org/drawingml/2006/main">
              <a:ext uri="{FF2B5EF4-FFF2-40B4-BE49-F238E27FC236}">
                <a16:creationId xmlns:a16="http://schemas.microsoft.com/office/drawing/2014/main" id="{78ED34F6-8D98-D192-5DBF-F8BDC1DB62E6}"/>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5E4B2663-04FA-0615-C4BC-D798630AB8BE}"/>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C9AA03-51D6-4793-8F65-F7B6CED32FC9}"/>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b="1" baseline="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73733C3-9400-4877-9855-9B369D06EC6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B074FCB-4B23-48CD-8599-ACDFB93FB4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D4B0C9-B47E-4B33-A656-C78D1805DA95}" type="datetime1">
              <a:t>2/21/24</a:t>
            </a:fld>
            <a:endParaRPr/>
          </a:p>
        </p:txBody>
      </p:sp>
      <p:sp>
        <p:nvSpPr>
          <p:cNvPr id="8" name="Footer Placeholder 7">
            <a:extLst xmlns:a="http://schemas.openxmlformats.org/drawingml/2006/main">
              <a:ext uri="{FF2B5EF4-FFF2-40B4-BE49-F238E27FC236}">
                <a16:creationId xmlns:a16="http://schemas.microsoft.com/office/drawing/2014/main" id="{3CA7F16A-4863-4942-8279-4E3F8FFBDF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9" name="Slide Number Placeholder 8">
            <a:extLst xmlns:a="http://schemas.openxmlformats.org/drawingml/2006/main">
              <a:ext uri="{FF2B5EF4-FFF2-40B4-BE49-F238E27FC236}">
                <a16:creationId xmlns:a16="http://schemas.microsoft.com/office/drawing/2014/main" id="{34D0D521-160B-4989-AC08-A0ACD62DCE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Tree>
  </p:cSld>
</p:sldLayout>
</file>

<file path=ppt/slideLayouts/slideLayout6.xml><?xml version="1.0" encoding="utf-8"?>
<p:sldLayout xmlns:p="http://schemas.openxmlformats.org/presentationml/2006/main" preserve="1" userDrawn="1">
  <p:cSld name="Title and Content_Menu">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41520BCA-09B9-4D49-83BA-727DC353FF7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Text Placeholder 7">
            <a:extLst xmlns:a="http://schemas.openxmlformats.org/drawingml/2006/main">
              <a:ext uri="{FF2B5EF4-FFF2-40B4-BE49-F238E27FC236}">
                <a16:creationId xmlns:a16="http://schemas.microsoft.com/office/drawing/2014/main" id="{D9EB158F-4926-4176-AD29-FBB54A9BE495}"/>
              </a:ext>
            </a:extLst>
          </p:cNvPr>
          <p:cNvSpPr>
            <a:spLocks xmlns:a="http://schemas.openxmlformats.org/drawingml/2006/main" noGrp="1"/>
          </p:cNvSpPr>
          <p:nvPr>
            <p:ph type="body" idx="13" hasCustomPrompt="1"/>
          </p:nvPr>
        </p:nvSpPr>
        <p:spPr>
          <a:xfrm xmlns:a="http://schemas.openxmlformats.org/drawingml/2006/main">
            <a:off x="7407696" y="685060"/>
            <a:ext cx="1420859" cy="286052"/>
          </a:xfrm>
        </p:spPr>
        <p:txBody>
          <a:bodyPr xmlns:a="http://schemas.openxmlformats.org/drawingml/2006/main" anchor="ctr">
            <a:noAutofit/>
          </a:bodyPr>
          <a:lstStyle xmlns:a="http://schemas.openxmlformats.org/drawingml/2006/main">
            <a:lvl1pPr marL="0" indent="0" algn="ctr">
              <a:buNone/>
              <a:defRPr sz="1100" b="0" baseline="0">
                <a:solidFill>
                  <a:schemeClr val="tx1">
                    <a:lumMod val="50000"/>
                    <a:lumOff val="50000"/>
                  </a:schemeClr>
                </a:solidFill>
                <a:latin typeface="Verdana"/>
                <a:ea typeface="Verdana"/>
                <a:cs typeface="Verdana"/>
              </a:defRPr>
            </a:lvl1pPr>
          </a:lstStyle>
          <a:p xmlns:a="http://schemas.openxmlformats.org/drawingml/2006/main">
            <a:pPr lvl="0">
              <a:buNone/>
            </a:pPr>
            <a:r>
              <a:t>MENU ITEM 1</a:t>
            </a:r>
          </a:p>
        </p:txBody>
      </p:sp>
      <p:sp>
        <p:nvSpPr>
          <p:cNvPr id="9" name="Text Placeholder 7">
            <a:extLst xmlns:a="http://schemas.openxmlformats.org/drawingml/2006/main">
              <a:ext uri="{FF2B5EF4-FFF2-40B4-BE49-F238E27FC236}">
                <a16:creationId xmlns:a16="http://schemas.microsoft.com/office/drawing/2014/main" id="{98D17100-AD6B-4161-BAC1-C2FA1BD58C1F}"/>
              </a:ext>
            </a:extLst>
          </p:cNvPr>
          <p:cNvSpPr>
            <a:spLocks xmlns:a="http://schemas.openxmlformats.org/drawingml/2006/main" noGrp="1"/>
          </p:cNvSpPr>
          <p:nvPr>
            <p:ph type="body" idx="14" hasCustomPrompt="1"/>
          </p:nvPr>
        </p:nvSpPr>
        <p:spPr>
          <a:xfrm xmlns:a="http://schemas.openxmlformats.org/drawingml/2006/main">
            <a:off x="8908224" y="685060"/>
            <a:ext cx="1420859" cy="286052"/>
          </a:xfrm>
        </p:spPr>
        <p:txBody>
          <a:bodyPr xmlns:a="http://schemas.openxmlformats.org/drawingml/2006/main" anchor="ctr">
            <a:noAutofit/>
          </a:bodyPr>
          <a:lstStyle xmlns:a="http://schemas.openxmlformats.org/drawingml/2006/main">
            <a:lvl1pPr marL="0" indent="0" algn="ctr">
              <a:buNone/>
              <a:defRPr sz="1100" b="0" baseline="0">
                <a:solidFill>
                  <a:schemeClr val="tx1">
                    <a:lumMod val="50000"/>
                    <a:lumOff val="50000"/>
                  </a:schemeClr>
                </a:solidFill>
                <a:latin typeface="Verdana"/>
                <a:ea typeface="Verdana"/>
                <a:cs typeface="Verdana"/>
              </a:defRPr>
            </a:lvl1pPr>
          </a:lstStyle>
          <a:p xmlns:a="http://schemas.openxmlformats.org/drawingml/2006/main">
            <a:pPr lvl="0">
              <a:buNone/>
            </a:pPr>
            <a:r>
              <a:t>MENU ITEM 2</a:t>
            </a:r>
          </a:p>
        </p:txBody>
      </p:sp>
      <p:sp>
        <p:nvSpPr>
          <p:cNvPr id="10" name="Text Placeholder 7">
            <a:extLst xmlns:a="http://schemas.openxmlformats.org/drawingml/2006/main">
              <a:ext uri="{FF2B5EF4-FFF2-40B4-BE49-F238E27FC236}">
                <a16:creationId xmlns:a16="http://schemas.microsoft.com/office/drawing/2014/main" id="{EBB50E0B-465F-402B-B5BB-60683457DA12}"/>
              </a:ext>
            </a:extLst>
          </p:cNvPr>
          <p:cNvSpPr>
            <a:spLocks xmlns:a="http://schemas.openxmlformats.org/drawingml/2006/main" noGrp="1"/>
          </p:cNvSpPr>
          <p:nvPr>
            <p:ph type="body" idx="15" hasCustomPrompt="1"/>
          </p:nvPr>
        </p:nvSpPr>
        <p:spPr>
          <a:xfrm xmlns:a="http://schemas.openxmlformats.org/drawingml/2006/main">
            <a:off x="10408752" y="685060"/>
            <a:ext cx="1420859" cy="286052"/>
          </a:xfrm>
        </p:spPr>
        <p:txBody>
          <a:bodyPr xmlns:a="http://schemas.openxmlformats.org/drawingml/2006/main" anchor="ctr">
            <a:noAutofit/>
          </a:bodyPr>
          <a:lstStyle xmlns:a="http://schemas.openxmlformats.org/drawingml/2006/main">
            <a:lvl1pPr marL="0" indent="0" algn="ctr">
              <a:buNone/>
              <a:defRPr sz="1100" b="0">
                <a:solidFill>
                  <a:schemeClr val="tx1">
                    <a:lumMod val="50000"/>
                    <a:lumOff val="50000"/>
                  </a:schemeClr>
                </a:solidFill>
                <a:latin typeface="Verdana"/>
                <a:ea typeface="Verdana"/>
                <a:cs typeface="Verdana"/>
              </a:defRPr>
            </a:lvl1pPr>
          </a:lstStyle>
          <a:p xmlns:a="http://schemas.openxmlformats.org/drawingml/2006/main">
            <a:pPr lvl="0">
              <a:buNone/>
            </a:pPr>
            <a:r>
              <a:t>MENU ITEM 3</a:t>
            </a:r>
          </a:p>
        </p:txBody>
      </p:sp>
      <p:sp>
        <p:nvSpPr>
          <p:cNvPr id="7" name="Date Placeholder 6">
            <a:extLst xmlns:a="http://schemas.openxmlformats.org/drawingml/2006/main">
              <a:ext uri="{FF2B5EF4-FFF2-40B4-BE49-F238E27FC236}">
                <a16:creationId xmlns:a16="http://schemas.microsoft.com/office/drawing/2014/main" id="{9A7AA4C9-C8D1-4E47-A2D2-50A29ED1F526}"/>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p xmlns:a="http://schemas.openxmlformats.org/drawingml/2006/main">
            <a:fld id="{48C228CE-C572-4AF5-9728-AA6E475873DD}" type="datetime1">
              <a:t>2/21/24</a:t>
            </a:fld>
            <a:endParaRPr/>
          </a:p>
        </p:txBody>
      </p:sp>
      <p:sp>
        <p:nvSpPr>
          <p:cNvPr id="11" name="Footer Placeholder 10">
            <a:extLst xmlns:a="http://schemas.openxmlformats.org/drawingml/2006/main">
              <a:ext uri="{FF2B5EF4-FFF2-40B4-BE49-F238E27FC236}">
                <a16:creationId xmlns:a16="http://schemas.microsoft.com/office/drawing/2014/main" id="{DCEDADC4-5701-4509-8FBF-51B659A4AD76}"/>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12" name="Slide Number Placeholder 11">
            <a:extLst xmlns:a="http://schemas.openxmlformats.org/drawingml/2006/main">
              <a:ext uri="{FF2B5EF4-FFF2-40B4-BE49-F238E27FC236}">
                <a16:creationId xmlns:a16="http://schemas.microsoft.com/office/drawing/2014/main" id="{A3F1B8D9-2346-412A-8B88-9318C22CAD2E}"/>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
        <p:nvSpPr>
          <p:cNvPr id="4" name="Title 3">
            <a:extLst xmlns:a="http://schemas.openxmlformats.org/drawingml/2006/main">
              <a:ext uri="{FF2B5EF4-FFF2-40B4-BE49-F238E27FC236}">
                <a16:creationId xmlns:a16="http://schemas.microsoft.com/office/drawing/2014/main" id="{41F506E9-0432-465E-B6E0-8014393AC823}"/>
              </a:ext>
            </a:extLst>
          </p:cNvPr>
          <p:cNvSpPr>
            <a:spLocks xmlns:a="http://schemas.openxmlformats.org/drawingml/2006/main" noGrp="1"/>
          </p:cNvSpPr>
          <p:nvPr>
            <p:ph type="title" idx="0"/>
          </p:nvPr>
        </p:nvSpPr>
        <p:spPr>
          <a:xfrm xmlns:a="http://schemas.openxmlformats.org/drawingml/2006/main">
            <a:off x="259883" y="434108"/>
            <a:ext cx="7046081" cy="895927"/>
          </a:xfrm>
        </p:spPr>
        <p:txBody>
          <a:bodyPr xmlns:a="http://schemas.openxmlformats.org/drawingml/2006/main"/>
          <a:lstStyle xmlns:a="http://schemas.openxmlformats.org/drawingml/2006/main">
            <a:lvl1pPr>
              <a:buNone/>
              <a:defRPr b="1" cap="all" baseline="0"/>
            </a:lvl1pPr>
          </a:lstStyle>
          <a:p xmlns:a="http://schemas.openxmlformats.org/drawingml/2006/main">
            <a:r>
              <a:t>Click to edit Master title style</a:t>
            </a:r>
          </a:p>
        </p:txBody>
      </p:sp>
    </p:spTree>
  </p:cSld>
</p:sldLayout>
</file>

<file path=ppt/slideLayouts/slideLayout7.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4FE763-557A-46DD-A7DD-F3330EF0EB53}"/>
              </a:ext>
            </a:extLst>
          </p:cNvPr>
          <p:cNvSpPr>
            <a:spLocks xmlns:a="http://schemas.openxmlformats.org/drawingml/2006/main" noGrp="1"/>
          </p:cNvSpPr>
          <p:nvPr>
            <p:ph type="title" idx="0" hasCustomPrompt="1"/>
          </p:nvPr>
        </p:nvSpPr>
        <p:spPr>
          <a:xfrm xmlns:a="http://schemas.openxmlformats.org/drawingml/2006/main">
            <a:off x="259882" y="1709738"/>
            <a:ext cx="9399507" cy="2852737"/>
          </a:xfrm>
        </p:spPr>
        <p:txBody>
          <a:bodyPr xmlns:a="http://schemas.openxmlformats.org/drawingml/2006/main" anchor="b">
            <a:normAutofit/>
          </a:bodyPr>
          <a:lstStyle xmlns:a="http://schemas.openxmlformats.org/drawingml/2006/main">
            <a:lvl1pPr algn="l">
              <a:buNone/>
              <a:defRPr sz="4000" b="1" cap="all" baseline="0">
                <a:solidFill>
                  <a:schemeClr val="tx1"/>
                </a:solidFill>
              </a:defRPr>
            </a:lvl1pPr>
          </a:lstStyle>
          <a:p xmlns:a="http://schemas.openxmlformats.org/drawingml/2006/main">
            <a:r>
              <a:t>CLICK TO EDIT MASTER</a:t>
            </a:r>
            <a:br/>
            <a:r>
              <a:t>SECTION TITLE SLIDE</a:t>
            </a:r>
          </a:p>
        </p:txBody>
      </p:sp>
      <p:sp>
        <p:nvSpPr>
          <p:cNvPr id="3" name="Text Placeholder 2">
            <a:extLst xmlns:a="http://schemas.openxmlformats.org/drawingml/2006/main">
              <a:ext uri="{FF2B5EF4-FFF2-40B4-BE49-F238E27FC236}">
                <a16:creationId xmlns:a16="http://schemas.microsoft.com/office/drawing/2014/main" id="{B10AC21E-1ED9-423F-A8B8-C34EEDF7C62B}"/>
              </a:ext>
            </a:extLst>
          </p:cNvPr>
          <p:cNvSpPr>
            <a:spLocks xmlns:a="http://schemas.openxmlformats.org/drawingml/2006/main" noGrp="1"/>
          </p:cNvSpPr>
          <p:nvPr>
            <p:ph type="body" idx="1"/>
          </p:nvPr>
        </p:nvSpPr>
        <p:spPr>
          <a:xfrm xmlns:a="http://schemas.openxmlformats.org/drawingml/2006/main">
            <a:off x="259882" y="4589463"/>
            <a:ext cx="9399507" cy="1500187"/>
          </a:xfrm>
        </p:spPr>
        <p:txBody>
          <a:bodyPr xmlns:a="http://schemas.openxmlformats.org/drawingml/2006/main">
            <a:normAutofit/>
          </a:bodyPr>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7" name="Date Placeholder 6">
            <a:extLst xmlns:a="http://schemas.openxmlformats.org/drawingml/2006/main">
              <a:ext uri="{FF2B5EF4-FFF2-40B4-BE49-F238E27FC236}">
                <a16:creationId xmlns:a16="http://schemas.microsoft.com/office/drawing/2014/main" id="{4A28AE62-7706-4ABD-A08C-C8733EB882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26D43AC-4B94-471D-A170-0D88FCD1FB54}" type="datetime1">
              <a:t>2/21/24</a:t>
            </a:fld>
            <a:endParaRPr/>
          </a:p>
        </p:txBody>
      </p:sp>
      <p:sp>
        <p:nvSpPr>
          <p:cNvPr id="8" name="Footer Placeholder 7">
            <a:extLst xmlns:a="http://schemas.openxmlformats.org/drawingml/2006/main">
              <a:ext uri="{FF2B5EF4-FFF2-40B4-BE49-F238E27FC236}">
                <a16:creationId xmlns:a16="http://schemas.microsoft.com/office/drawing/2014/main" id="{C21AC3DE-7AF8-4D96-8895-37EA871548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9" name="Slide Number Placeholder 8">
            <a:extLst xmlns:a="http://schemas.openxmlformats.org/drawingml/2006/main">
              <a:ext uri="{FF2B5EF4-FFF2-40B4-BE49-F238E27FC236}">
                <a16:creationId xmlns:a16="http://schemas.microsoft.com/office/drawing/2014/main" id="{F92C35A3-CE1F-46BD-85C2-B0D150ED68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Tree>
  </p:cSld>
</p:sldLayout>
</file>

<file path=ppt/slideLayouts/slideLayout8.xml><?xml version="1.0" encoding="utf-8"?>
<p:sldLayout xmlns:p="http://schemas.openxmlformats.org/presentationml/2006/main" showMasterSp="0" type="title" preserve="1">
  <p:cSld name="Section Header_AL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001280-0554-41C0-8121-FE74BF0A2FCD}"/>
              </a:ext>
            </a:extLst>
          </p:cNvPr>
          <p:cNvSpPr>
            <a:spLocks xmlns:a="http://schemas.openxmlformats.org/drawingml/2006/main" noGrp="1"/>
          </p:cNvSpPr>
          <p:nvPr>
            <p:ph type="ctrTitle" idx="0" hasCustomPrompt="1"/>
          </p:nvPr>
        </p:nvSpPr>
        <p:spPr>
          <a:xfrm xmlns:a="http://schemas.openxmlformats.org/drawingml/2006/main">
            <a:off x="960521" y="3228200"/>
            <a:ext cx="8770620" cy="1212056"/>
          </a:xfrm>
        </p:spPr>
        <p:txBody>
          <a:bodyPr xmlns:a="http://schemas.openxmlformats.org/drawingml/2006/main" anchor="b">
            <a:noAutofit/>
          </a:bodyPr>
          <a:lstStyle xmlns:a="http://schemas.openxmlformats.org/drawingml/2006/main">
            <a:lvl1pPr algn="l">
              <a:buNone/>
              <a:defRPr sz="4000" b="1" cap="all" baseline="0">
                <a:solidFill>
                  <a:schemeClr val="tx1"/>
                </a:solidFill>
                <a:latin typeface="+mj-lt"/>
                <a:ea typeface="+mj-lt"/>
                <a:cs typeface="+mj-lt"/>
              </a:defRPr>
            </a:lvl1pPr>
          </a:lstStyle>
          <a:p xmlns:a="http://schemas.openxmlformats.org/drawingml/2006/main">
            <a:r>
              <a:t>CLICK TO EDIT MASTER</a:t>
            </a:r>
            <a:br/>
            <a:r>
              <a:t>SECTION TITLE SLIDE OPTION 2</a:t>
            </a:r>
          </a:p>
        </p:txBody>
      </p:sp>
      <p:sp>
        <p:nvSpPr>
          <p:cNvPr id="3" name="Subtitle 2">
            <a:extLst xmlns:a="http://schemas.openxmlformats.org/drawingml/2006/main">
              <a:ext uri="{FF2B5EF4-FFF2-40B4-BE49-F238E27FC236}">
                <a16:creationId xmlns:a16="http://schemas.microsoft.com/office/drawing/2014/main" id="{4A39763D-DDE8-4A06-869E-D2CCDB5BC68D}"/>
              </a:ext>
            </a:extLst>
          </p:cNvPr>
          <p:cNvSpPr>
            <a:spLocks xmlns:a="http://schemas.openxmlformats.org/drawingml/2006/main" noGrp="1"/>
          </p:cNvSpPr>
          <p:nvPr>
            <p:ph type="subTitle" idx="1"/>
          </p:nvPr>
        </p:nvSpPr>
        <p:spPr>
          <a:xfrm xmlns:a="http://schemas.openxmlformats.org/drawingml/2006/main">
            <a:off x="960521" y="4448086"/>
            <a:ext cx="8770620" cy="666549"/>
          </a:xfrm>
        </p:spPr>
        <p:txBody>
          <a:bodyPr xmlns:a="http://schemas.openxmlformats.org/drawingml/2006/main" anchor="t">
            <a:normAutofit/>
          </a:bodyPr>
          <a:lstStyle xmlns:a="http://schemas.openxmlformats.org/drawingml/2006/main">
            <a:lvl1pPr marL="0" indent="0" algn="l">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506C6F77-BB4E-4F8A-954B-8ABF4C4C7E38}"/>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p xmlns:a="http://schemas.openxmlformats.org/drawingml/2006/main">
            <a:fld id="{72EFF9E2-52BD-4C8D-9C57-79F661DB94A1}" type="datetime1">
              <a:t>2/21/24</a:t>
            </a:fld>
            <a:endParaRPr/>
          </a:p>
        </p:txBody>
      </p:sp>
      <p:sp>
        <p:nvSpPr>
          <p:cNvPr id="5" name="Footer Placeholder 4">
            <a:extLst xmlns:a="http://schemas.openxmlformats.org/drawingml/2006/main">
              <a:ext uri="{FF2B5EF4-FFF2-40B4-BE49-F238E27FC236}">
                <a16:creationId xmlns:a16="http://schemas.microsoft.com/office/drawing/2014/main" id="{4D5146CE-6A50-4C3A-89FA-674A8599A4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6" name="Slide Number Placeholder 5">
            <a:extLst xmlns:a="http://schemas.openxmlformats.org/drawingml/2006/main">
              <a:ext uri="{FF2B5EF4-FFF2-40B4-BE49-F238E27FC236}">
                <a16:creationId xmlns:a16="http://schemas.microsoft.com/office/drawing/2014/main" id="{9C5E6DA1-81B5-43A7-A7D1-72881524B1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
        <p:nvSpPr>
          <p:cNvPr id="8" name="Rectangle 7">
            <a:extLst xmlns:a="http://schemas.openxmlformats.org/drawingml/2006/main">
              <a:ext uri="{FF2B5EF4-FFF2-40B4-BE49-F238E27FC236}">
                <a16:creationId xmlns:a16="http://schemas.microsoft.com/office/drawing/2014/main" id="{1EBF8245-E943-0D71-7CC0-09B6B4E3260B}"/>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692D8089-B052-A801-A878-B773A49F8615}"/>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Rectangle 9">
            <a:extLst xmlns:a="http://schemas.openxmlformats.org/drawingml/2006/main">
              <a:ext uri="{FF2B5EF4-FFF2-40B4-BE49-F238E27FC236}">
                <a16:creationId xmlns:a16="http://schemas.microsoft.com/office/drawing/2014/main" id="{953A2417-24CA-2534-65B9-CAFF9B77F07A}"/>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5ABD4852-C253-61D4-26E8-4222BFD9B55D}"/>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46DAFAF2-35DA-8050-8069-401CD4268EFE}"/>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9.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96EC9F-B827-4523-90FA-4AB91D108ECA}"/>
              </a:ext>
            </a:extLst>
          </p:cNvPr>
          <p:cNvSpPr>
            <a:spLocks xmlns:a="http://schemas.openxmlformats.org/drawingml/2006/main" noGrp="1"/>
          </p:cNvSpPr>
          <p:nvPr>
            <p:ph type="title" idx="0" hasCustomPrompt="1"/>
          </p:nvPr>
        </p:nvSpPr>
        <p:spPr>
          <a:xfrm xmlns:a="http://schemas.openxmlformats.org/drawingml/2006/main">
            <a:off x="259883" y="434108"/>
            <a:ext cx="11569729" cy="895927"/>
          </a:xfrm>
        </p:spPr>
        <p:txBody>
          <a:bodyPr xmlns:a="http://schemas.openxmlformats.org/drawingml/2006/main"/>
          <a:lstStyle xmlns:a="http://schemas.openxmlformats.org/drawingml/2006/main">
            <a:lvl1pPr>
              <a:buNone/>
              <a:defRPr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C3F1A39-37BF-4CAB-AFB0-DADA531B2936}"/>
              </a:ext>
            </a:extLst>
          </p:cNvPr>
          <p:cNvSpPr>
            <a:spLocks xmlns:a="http://schemas.openxmlformats.org/drawingml/2006/main" noGrp="1"/>
          </p:cNvSpPr>
          <p:nvPr>
            <p:ph idx="1"/>
          </p:nvPr>
        </p:nvSpPr>
        <p:spPr>
          <a:xfrm xmlns:a="http://schemas.openxmlformats.org/drawingml/2006/main">
            <a:off x="259882" y="1413164"/>
            <a:ext cx="5586855" cy="4590472"/>
          </a:xfrm>
        </p:spPr>
        <p:txBody>
          <a:bodyPr xmlns:a="http://schemas.openxmlformats.org/drawingml/2006/main"/>
          <a:lstStyle xmlns:a="http://schemas.openxmlformats.org/drawingml/2006/main">
            <a:lvl1pPr marL="288925" indent="-288925">
              <a:spcBef>
                <a:spcPts val="800"/>
              </a:spcBef>
              <a:spcAft>
                <a:spcPts val="800"/>
              </a:spcAft>
              <a:buFont typeface="Wingdings"/>
              <a:buChar char="§"/>
              <a:defRPr/>
            </a:lvl1pPr>
            <a:lvl2pPr marL="685800" indent="-228600">
              <a:spcBef>
                <a:spcPts val="800"/>
              </a:spcBef>
              <a:spcAft>
                <a:spcPts val="800"/>
              </a:spcAft>
              <a:buFont typeface="Wingdings"/>
              <a:buChar char="§"/>
              <a:defRPr/>
            </a:lvl2pPr>
            <a:lvl3pPr marL="1143000" indent="-228600">
              <a:spcBef>
                <a:spcPts val="800"/>
              </a:spcBef>
              <a:spcAft>
                <a:spcPts val="800"/>
              </a:spcAft>
              <a:buFont typeface="Wingdings"/>
              <a:buChar char="§"/>
              <a:defRPr/>
            </a:lvl3pPr>
            <a:lvl4pPr marL="1600200" indent="-228600">
              <a:spcBef>
                <a:spcPts val="800"/>
              </a:spcBef>
              <a:spcAft>
                <a:spcPts val="800"/>
              </a:spcAft>
              <a:buFont typeface="Wingdings"/>
              <a:buChar char="§"/>
              <a:defRPr/>
            </a:lvl4pPr>
            <a:lvl5pPr marL="2057400" indent="-228600">
              <a:spcBef>
                <a:spcPts val="800"/>
              </a:spcBef>
              <a:spcAft>
                <a:spcPts val="800"/>
              </a:spcAft>
              <a:buFont typeface="Wingdings"/>
              <a:buChar char="§"/>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45C6B9E-1352-48B8-AF1B-DA115549FBBB}"/>
              </a:ext>
            </a:extLst>
          </p:cNvPr>
          <p:cNvSpPr>
            <a:spLocks xmlns:a="http://schemas.openxmlformats.org/drawingml/2006/main" noGrp="1"/>
          </p:cNvSpPr>
          <p:nvPr>
            <p:ph idx="2"/>
          </p:nvPr>
        </p:nvSpPr>
        <p:spPr>
          <a:xfrm xmlns:a="http://schemas.openxmlformats.org/drawingml/2006/main">
            <a:off x="6170992" y="1413164"/>
            <a:ext cx="5658620" cy="4590472"/>
          </a:xfrm>
        </p:spPr>
        <p:txBody>
          <a:bodyPr xmlns:a="http://schemas.openxmlformats.org/drawingml/2006/main"/>
          <a:lstStyle xmlns:a="http://schemas.openxmlformats.org/drawingml/2006/main">
            <a:lvl1pPr marL="288925" indent="-288925">
              <a:spcBef>
                <a:spcPts val="800"/>
              </a:spcBef>
              <a:spcAft>
                <a:spcPts val="800"/>
              </a:spcAft>
              <a:buFont typeface="Wingdings"/>
              <a:buChar char="§"/>
              <a:defRPr/>
            </a:lvl1pPr>
            <a:lvl2pPr marL="685800" indent="-228600">
              <a:spcBef>
                <a:spcPts val="800"/>
              </a:spcBef>
              <a:spcAft>
                <a:spcPts val="800"/>
              </a:spcAft>
              <a:buFont typeface="Wingdings"/>
              <a:buChar char="§"/>
              <a:defRPr/>
            </a:lvl2pPr>
            <a:lvl3pPr marL="1143000" indent="-228600">
              <a:spcBef>
                <a:spcPts val="800"/>
              </a:spcBef>
              <a:spcAft>
                <a:spcPts val="800"/>
              </a:spcAft>
              <a:buFont typeface="Wingdings"/>
              <a:buChar char="§"/>
              <a:defRPr/>
            </a:lvl3pPr>
            <a:lvl4pPr marL="1600200" indent="-228600">
              <a:spcBef>
                <a:spcPts val="800"/>
              </a:spcBef>
              <a:spcAft>
                <a:spcPts val="800"/>
              </a:spcAft>
              <a:buFont typeface="Wingdings"/>
              <a:buChar char="§"/>
              <a:defRPr/>
            </a:lvl4pPr>
            <a:lvl5pPr marL="2057400" indent="-228600">
              <a:spcBef>
                <a:spcPts val="800"/>
              </a:spcBef>
              <a:spcAft>
                <a:spcPts val="800"/>
              </a:spcAft>
              <a:buFont typeface="Wingdings"/>
              <a:buChar char="§"/>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Date Placeholder 7">
            <a:extLst xmlns:a="http://schemas.openxmlformats.org/drawingml/2006/main">
              <a:ext uri="{FF2B5EF4-FFF2-40B4-BE49-F238E27FC236}">
                <a16:creationId xmlns:a16="http://schemas.microsoft.com/office/drawing/2014/main" id="{E1DCB73C-912C-4FB1-B17E-DB30BD6B92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1881F3-AB4F-4026-8B03-DBF7475676B1}" type="datetime1">
              <a:t>2/21/24</a:t>
            </a:fld>
            <a:endParaRPr/>
          </a:p>
        </p:txBody>
      </p:sp>
      <p:sp>
        <p:nvSpPr>
          <p:cNvPr id="9" name="Footer Placeholder 8">
            <a:extLst xmlns:a="http://schemas.openxmlformats.org/drawingml/2006/main">
              <a:ext uri="{FF2B5EF4-FFF2-40B4-BE49-F238E27FC236}">
                <a16:creationId xmlns:a16="http://schemas.microsoft.com/office/drawing/2014/main" id="{C08794A9-925E-4B23-B565-4E082CA262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10" name="Slide Number Placeholder 9">
            <a:extLst xmlns:a="http://schemas.openxmlformats.org/drawingml/2006/main">
              <a:ext uri="{FF2B5EF4-FFF2-40B4-BE49-F238E27FC236}">
                <a16:creationId xmlns:a16="http://schemas.microsoft.com/office/drawing/2014/main" id="{6918B0AB-0193-4C25-8A2F-24F97B27B8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Tree>
  </p:cSld>
</p:sldLayout>
</file>

<file path=ppt/slideLayouts/slideLayout10.xml><?xml version="1.0" encoding="utf-8"?>
<p:sldLayout xmlns:p="http://schemas.openxmlformats.org/presentationml/2006/main" preserve="1" userDrawn="1">
  <p:cSld name="Comparison">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BA334162-3EBA-4FCD-B985-934560BC10C7}"/>
              </a:ext>
            </a:extLst>
          </p:cNvPr>
          <p:cNvSpPr>
            <a:spLocks xmlns:a="http://schemas.openxmlformats.org/drawingml/2006/main" noGrp="1"/>
          </p:cNvSpPr>
          <p:nvPr>
            <p:ph type="body" idx="1"/>
          </p:nvPr>
        </p:nvSpPr>
        <p:spPr>
          <a:xfrm xmlns:a="http://schemas.openxmlformats.org/drawingml/2006/main">
            <a:off x="259881" y="1396192"/>
            <a:ext cx="5542713" cy="670270"/>
          </a:xfrm>
        </p:spPr>
        <p:txBody>
          <a:bodyPr xmlns:a="http://schemas.openxmlformats.org/drawingml/2006/main" anchor="b">
            <a:noAutofit/>
          </a:bodyPr>
          <a:lstStyle xmlns:a="http://schemas.openxmlformats.org/drawingml/2006/main">
            <a:lvl1pPr marL="0" indent="0">
              <a:buNone/>
              <a:defRPr sz="2800" b="1" baseline="0">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FEB77FEC-E286-4BF4-BE58-00089C483EF7}"/>
              </a:ext>
            </a:extLst>
          </p:cNvPr>
          <p:cNvSpPr>
            <a:spLocks xmlns:a="http://schemas.openxmlformats.org/drawingml/2006/main" noGrp="1"/>
          </p:cNvSpPr>
          <p:nvPr>
            <p:ph idx="2"/>
          </p:nvPr>
        </p:nvSpPr>
        <p:spPr>
          <a:xfrm xmlns:a="http://schemas.openxmlformats.org/drawingml/2006/main">
            <a:off x="259881" y="2184400"/>
            <a:ext cx="5542713" cy="3846945"/>
          </a:xfrm>
        </p:spPr>
        <p:txBody>
          <a:bodyPr xmlns:a="http://schemas.openxmlformats.org/drawingml/2006/main">
            <a:normAutofit/>
          </a:bodyPr>
          <a:lstStyle xmlns:a="http://schemas.openxmlformats.org/drawingml/2006/main">
            <a:lvl1pPr marL="288925" indent="-288925">
              <a:spcBef>
                <a:spcPts val="800"/>
              </a:spcBef>
              <a:spcAft>
                <a:spcPts val="800"/>
              </a:spcAft>
              <a:buFont typeface="Wingdings"/>
              <a:buChar char="§"/>
              <a:defRPr sz="2000"/>
            </a:lvl1pPr>
            <a:lvl2pPr marL="685800" indent="-228600">
              <a:spcBef>
                <a:spcPts val="800"/>
              </a:spcBef>
              <a:spcAft>
                <a:spcPts val="800"/>
              </a:spcAft>
              <a:buFont typeface="Wingdings"/>
              <a:buChar char="§"/>
              <a:defRPr sz="1800"/>
            </a:lvl2pPr>
            <a:lvl3pPr marL="1143000" indent="-228600">
              <a:spcBef>
                <a:spcPts val="800"/>
              </a:spcBef>
              <a:spcAft>
                <a:spcPts val="800"/>
              </a:spcAft>
              <a:buFont typeface="Wingdings"/>
              <a:buChar char="§"/>
              <a:defRPr sz="1600"/>
            </a:lvl3pPr>
            <a:lvl4pPr marL="1600200" indent="-228600">
              <a:spcBef>
                <a:spcPts val="800"/>
              </a:spcBef>
              <a:spcAft>
                <a:spcPts val="800"/>
              </a:spcAft>
              <a:buFont typeface="Wingdings"/>
              <a:buChar char="§"/>
              <a:defRPr sz="1400"/>
            </a:lvl4pPr>
            <a:lvl5pPr marL="2057400" indent="-228600">
              <a:spcBef>
                <a:spcPts val="800"/>
              </a:spcBef>
              <a:spcAft>
                <a:spcPts val="800"/>
              </a:spcAft>
              <a:buFont typeface="Wingdings"/>
              <a:buChar char="§"/>
              <a:defRPr sz="1400"/>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E26A487F-3188-4052-8469-08BA513E8099}"/>
              </a:ext>
            </a:extLst>
          </p:cNvPr>
          <p:cNvSpPr>
            <a:spLocks xmlns:a="http://schemas.openxmlformats.org/drawingml/2006/main" noGrp="1"/>
          </p:cNvSpPr>
          <p:nvPr>
            <p:ph type="body" idx="3"/>
          </p:nvPr>
        </p:nvSpPr>
        <p:spPr>
          <a:xfrm xmlns:a="http://schemas.openxmlformats.org/drawingml/2006/main">
            <a:off x="6236154" y="1396192"/>
            <a:ext cx="5593458" cy="670270"/>
          </a:xfrm>
        </p:spPr>
        <p:txBody>
          <a:bodyPr xmlns:a="http://schemas.openxmlformats.org/drawingml/2006/main" anchor="b">
            <a:normAutofit/>
          </a:bodyPr>
          <a:lstStyle xmlns:a="http://schemas.openxmlformats.org/drawingml/2006/main">
            <a:lvl1pPr marL="0" indent="0">
              <a:buNone/>
              <a:defRPr sz="2800" b="1">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84774097-E82E-400E-A04E-12A128569401}"/>
              </a:ext>
            </a:extLst>
          </p:cNvPr>
          <p:cNvSpPr>
            <a:spLocks xmlns:a="http://schemas.openxmlformats.org/drawingml/2006/main" noGrp="1"/>
          </p:cNvSpPr>
          <p:nvPr>
            <p:ph idx="4"/>
          </p:nvPr>
        </p:nvSpPr>
        <p:spPr>
          <a:xfrm xmlns:a="http://schemas.openxmlformats.org/drawingml/2006/main">
            <a:off x="6236154" y="2184400"/>
            <a:ext cx="5593458" cy="3846945"/>
          </a:xfrm>
        </p:spPr>
        <p:txBody>
          <a:bodyPr xmlns:a="http://schemas.openxmlformats.org/drawingml/2006/main">
            <a:normAutofit/>
          </a:bodyPr>
          <a:lstStyle xmlns:a="http://schemas.openxmlformats.org/drawingml/2006/main">
            <a:lvl1pPr marL="288925" indent="-288925">
              <a:spcBef>
                <a:spcPts val="800"/>
              </a:spcBef>
              <a:spcAft>
                <a:spcPts val="800"/>
              </a:spcAft>
              <a:buFont typeface="Wingdings"/>
              <a:buChar char="§"/>
              <a:defRPr sz="2000"/>
            </a:lvl1pPr>
            <a:lvl2pPr marL="685800" indent="-228600">
              <a:spcBef>
                <a:spcPts val="800"/>
              </a:spcBef>
              <a:spcAft>
                <a:spcPts val="800"/>
              </a:spcAft>
              <a:buFont typeface="Wingdings"/>
              <a:buChar char="§"/>
              <a:defRPr sz="1800"/>
            </a:lvl2pPr>
            <a:lvl3pPr marL="1143000" indent="-228600">
              <a:spcBef>
                <a:spcPts val="800"/>
              </a:spcBef>
              <a:spcAft>
                <a:spcPts val="800"/>
              </a:spcAft>
              <a:buFont typeface="Wingdings"/>
              <a:buChar char="§"/>
              <a:defRPr sz="1600"/>
            </a:lvl3pPr>
            <a:lvl4pPr marL="1600200" indent="-228600">
              <a:spcBef>
                <a:spcPts val="800"/>
              </a:spcBef>
              <a:spcAft>
                <a:spcPts val="800"/>
              </a:spcAft>
              <a:buFont typeface="Wingdings"/>
              <a:buChar char="§"/>
              <a:defRPr sz="1400"/>
            </a:lvl4pPr>
            <a:lvl5pPr marL="2057400" indent="-228600">
              <a:spcBef>
                <a:spcPts val="800"/>
              </a:spcBef>
              <a:spcAft>
                <a:spcPts val="800"/>
              </a:spcAft>
              <a:buFont typeface="Wingdings"/>
              <a:buChar char="§"/>
              <a:defRPr sz="1400"/>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Title 9">
            <a:extLst xmlns:a="http://schemas.openxmlformats.org/drawingml/2006/main">
              <a:ext uri="{FF2B5EF4-FFF2-40B4-BE49-F238E27FC236}">
                <a16:creationId xmlns:a16="http://schemas.microsoft.com/office/drawing/2014/main" id="{EB273F41-3FB2-456D-966F-6505C7B32E4C}"/>
              </a:ext>
            </a:extLst>
          </p:cNvPr>
          <p:cNvSpPr>
            <a:spLocks xmlns:a="http://schemas.openxmlformats.org/drawingml/2006/main" noGrp="1"/>
          </p:cNvSpPr>
          <p:nvPr>
            <p:ph type="title" idx="0" hasCustomPrompt="1"/>
          </p:nvPr>
        </p:nvSpPr>
        <p:spPr>
          <a:xfrm xmlns:a="http://schemas.openxmlformats.org/drawingml/2006/main">
            <a:off x="259883" y="434108"/>
            <a:ext cx="11569729" cy="895927"/>
          </a:xfrm>
        </p:spPr>
        <p:txBody>
          <a:bodyPr xmlns:a="http://schemas.openxmlformats.org/drawingml/2006/main"/>
          <a:lstStyle xmlns:a="http://schemas.openxmlformats.org/drawingml/2006/main">
            <a:lvl1pPr>
              <a:buNone/>
              <a:defRPr b="1"/>
            </a:lvl1pPr>
          </a:lstStyle>
          <a:p xmlns:a="http://schemas.openxmlformats.org/drawingml/2006/main">
            <a:r>
              <a:t>CLICK TO EDIT MASTER TITLE STYLE</a:t>
            </a:r>
          </a:p>
        </p:txBody>
      </p:sp>
      <p:sp>
        <p:nvSpPr>
          <p:cNvPr id="2" name="Date Placeholder 1">
            <a:extLst xmlns:a="http://schemas.openxmlformats.org/drawingml/2006/main">
              <a:ext uri="{FF2B5EF4-FFF2-40B4-BE49-F238E27FC236}">
                <a16:creationId xmlns:a16="http://schemas.microsoft.com/office/drawing/2014/main" id="{5D1D19AB-E295-4043-9D80-9C0078838C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17F432B-3FBE-4889-963D-BF97BFBB7D3F}" type="datetime1">
              <a:t>2/21/24</a:t>
            </a:fld>
            <a:endParaRPr/>
          </a:p>
        </p:txBody>
      </p:sp>
      <p:sp>
        <p:nvSpPr>
          <p:cNvPr id="11" name="Footer Placeholder 10">
            <a:extLst xmlns:a="http://schemas.openxmlformats.org/drawingml/2006/main">
              <a:ext uri="{FF2B5EF4-FFF2-40B4-BE49-F238E27FC236}">
                <a16:creationId xmlns:a16="http://schemas.microsoft.com/office/drawing/2014/main" id="{25BD32C2-B9D5-47FC-8CB1-FC3A3FB207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12" name="Slide Number Placeholder 11">
            <a:extLst xmlns:a="http://schemas.openxmlformats.org/drawingml/2006/main">
              <a:ext uri="{FF2B5EF4-FFF2-40B4-BE49-F238E27FC236}">
                <a16:creationId xmlns:a16="http://schemas.microsoft.com/office/drawing/2014/main" id="{978074E0-72BB-46A2-82E5-F2E7167BF1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Tree>
  </p:cSld>
</p:sldLayout>
</file>

<file path=ppt/slideLayouts/slideLayout11.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2174AE-1087-4A86-BB6E-7B0A205D4EA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b="1"/>
            </a:lvl1pPr>
          </a:lstStyle>
          <a:p xmlns:a="http://schemas.openxmlformats.org/drawingml/2006/main">
            <a:r>
              <a:t>CLICK TO EDIT MASTER TITLE STYLE</a:t>
            </a:r>
          </a:p>
        </p:txBody>
      </p:sp>
      <p:sp>
        <p:nvSpPr>
          <p:cNvPr id="6" name="Date Placeholder 5">
            <a:extLst xmlns:a="http://schemas.openxmlformats.org/drawingml/2006/main">
              <a:ext uri="{FF2B5EF4-FFF2-40B4-BE49-F238E27FC236}">
                <a16:creationId xmlns:a16="http://schemas.microsoft.com/office/drawing/2014/main" id="{807A21A7-B4C4-451E-A61E-AB98DA509D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10CCC04-1E76-41EE-A8AC-75AD85313D09}" type="datetime1">
              <a:t>2/21/24</a:t>
            </a:fld>
            <a:endParaRPr/>
          </a:p>
        </p:txBody>
      </p:sp>
      <p:sp>
        <p:nvSpPr>
          <p:cNvPr id="7" name="Footer Placeholder 6">
            <a:extLst xmlns:a="http://schemas.openxmlformats.org/drawingml/2006/main">
              <a:ext uri="{FF2B5EF4-FFF2-40B4-BE49-F238E27FC236}">
                <a16:creationId xmlns:a16="http://schemas.microsoft.com/office/drawing/2014/main" id="{2CB9995F-6E7D-4D23-A6B4-9242714B29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8" name="Slide Number Placeholder 7">
            <a:extLst xmlns:a="http://schemas.openxmlformats.org/drawingml/2006/main">
              <a:ext uri="{FF2B5EF4-FFF2-40B4-BE49-F238E27FC236}">
                <a16:creationId xmlns:a16="http://schemas.microsoft.com/office/drawing/2014/main" id="{E140B259-8076-40D5-97BC-FA9A6CA37B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Tree>
  </p:cSld>
</p:sldLayout>
</file>

<file path=ppt/slideLayouts/slideLayout12.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5" name="Date Placeholder 4">
            <a:extLst xmlns:a="http://schemas.openxmlformats.org/drawingml/2006/main">
              <a:ext uri="{FF2B5EF4-FFF2-40B4-BE49-F238E27FC236}">
                <a16:creationId xmlns:a16="http://schemas.microsoft.com/office/drawing/2014/main" id="{6B5A7777-86BD-4FE6-B64B-3DB494F234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3974A9E-84AC-4661-9381-CC35B09E47F7}" type="datetime1">
              <a:t>2/21/24</a:t>
            </a:fld>
            <a:endParaRPr/>
          </a:p>
        </p:txBody>
      </p:sp>
      <p:sp>
        <p:nvSpPr>
          <p:cNvPr id="6" name="Footer Placeholder 5">
            <a:extLst xmlns:a="http://schemas.openxmlformats.org/drawingml/2006/main">
              <a:ext uri="{FF2B5EF4-FFF2-40B4-BE49-F238E27FC236}">
                <a16:creationId xmlns:a16="http://schemas.microsoft.com/office/drawing/2014/main" id="{F27C32DE-AD21-44A8-86E6-876E76832B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7" name="Slide Number Placeholder 6">
            <a:extLst xmlns:a="http://schemas.openxmlformats.org/drawingml/2006/main">
              <a:ext uri="{FF2B5EF4-FFF2-40B4-BE49-F238E27FC236}">
                <a16:creationId xmlns:a16="http://schemas.microsoft.com/office/drawing/2014/main" id="{0E622F03-5243-4B78-8070-A72B7BD76D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Tree>
  </p:cSld>
</p:sldLayout>
</file>

<file path=ppt/slideLayouts/slideLayout13.xml><?xml version="1.0" encoding="utf-8"?>
<p:sldLayout xmlns:p="http://schemas.openxmlformats.org/presentationml/2006/main" showMasterSp="0" type="blank" preserve="1">
  <p:cSld name="Blank_NoBkgrd">
    <p:spTree>
      <p:nvGrpSpPr>
        <p:cNvPr id="1" name=""/>
        <p:cNvGrpSpPr/>
        <p:nvPr/>
      </p:nvGrpSpPr>
      <p:grpSpPr>
        <a:xfrm xmlns:a="http://schemas.openxmlformats.org/drawingml/2006/main"/>
      </p:grpSpPr>
      <p:sp>
        <p:nvSpPr>
          <p:cNvPr id="5" name="Date Placeholder 4">
            <a:extLst xmlns:a="http://schemas.openxmlformats.org/drawingml/2006/main">
              <a:ext uri="{FF2B5EF4-FFF2-40B4-BE49-F238E27FC236}">
                <a16:creationId xmlns:a16="http://schemas.microsoft.com/office/drawing/2014/main" id="{4B5A6A57-4ACC-4574-B2F8-8115B10D6B2A}"/>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p xmlns:a="http://schemas.openxmlformats.org/drawingml/2006/main">
            <a:fld id="{1E55829F-8847-4C2A-8DD0-690EAD78E53F}" type="datetime1">
              <a:t>2/21/24</a:t>
            </a:fld>
            <a:endParaRPr/>
          </a:p>
        </p:txBody>
      </p:sp>
      <p:sp>
        <p:nvSpPr>
          <p:cNvPr id="6" name="Footer Placeholder 5">
            <a:extLst xmlns:a="http://schemas.openxmlformats.org/drawingml/2006/main">
              <a:ext uri="{FF2B5EF4-FFF2-40B4-BE49-F238E27FC236}">
                <a16:creationId xmlns:a16="http://schemas.microsoft.com/office/drawing/2014/main" id="{8E57636E-1821-46E3-9E87-903D1853C2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7" name="Slide Number Placeholder 6">
            <a:extLst xmlns:a="http://schemas.openxmlformats.org/drawingml/2006/main">
              <a:ext uri="{FF2B5EF4-FFF2-40B4-BE49-F238E27FC236}">
                <a16:creationId xmlns:a16="http://schemas.microsoft.com/office/drawing/2014/main" id="{33F2AAEC-3B88-49B8-8AB2-EE696EDFAE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
        <p:nvSpPr>
          <p:cNvPr id="3" name="Rectangle 2">
            <a:extLst xmlns:a="http://schemas.openxmlformats.org/drawingml/2006/main">
              <a:ext uri="{FF2B5EF4-FFF2-40B4-BE49-F238E27FC236}">
                <a16:creationId xmlns:a16="http://schemas.microsoft.com/office/drawing/2014/main" id="{6F904F2D-EB5B-78C1-C9CD-AD22B98AAF28}"/>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Rectangle 3">
            <a:extLst xmlns:a="http://schemas.openxmlformats.org/drawingml/2006/main">
              <a:ext uri="{FF2B5EF4-FFF2-40B4-BE49-F238E27FC236}">
                <a16:creationId xmlns:a16="http://schemas.microsoft.com/office/drawing/2014/main" id="{633A6C96-3A16-4F62-35CE-95FC1296115C}"/>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4CB83E9C-7246-D12C-1E4F-7F8C8CACBCB5}"/>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ectangle 14">
            <a:extLst xmlns:a="http://schemas.openxmlformats.org/drawingml/2006/main">
              <a:ext uri="{FF2B5EF4-FFF2-40B4-BE49-F238E27FC236}">
                <a16:creationId xmlns:a16="http://schemas.microsoft.com/office/drawing/2014/main" id="{6AA84279-81BF-BD14-75E3-45D84ED22AE8}"/>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26C3DEA0-E90A-8F4E-6FCC-22A0591AE8A4}"/>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4.xml><?xml version="1.0" encoding="utf-8"?>
<p:sldLayout xmlns:p="http://schemas.openxmlformats.org/presentationml/2006/main" showMasterSp="0" preserve="1" userDrawn="1">
  <p:cSld name="Context or Quot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F49746-30BD-4DD6-8225-A6544C1690CD}"/>
              </a:ext>
            </a:extLst>
          </p:cNvPr>
          <p:cNvSpPr>
            <a:spLocks xmlns:a="http://schemas.openxmlformats.org/drawingml/2006/main" noGrp="1"/>
          </p:cNvSpPr>
          <p:nvPr>
            <p:ph type="title" idx="0" hasCustomPrompt="1"/>
          </p:nvPr>
        </p:nvSpPr>
        <p:spPr>
          <a:xfrm xmlns:a="http://schemas.openxmlformats.org/drawingml/2006/main">
            <a:off x="3930071" y="1237675"/>
            <a:ext cx="4331855" cy="910202"/>
          </a:xfrm>
        </p:spPr>
        <p:txBody>
          <a:bodyPr xmlns:a="http://schemas.openxmlformats.org/drawingml/2006/main" anchor="b">
            <a:normAutofit/>
          </a:bodyPr>
          <a:lstStyle xmlns:a="http://schemas.openxmlformats.org/drawingml/2006/main">
            <a:lvl1pPr algn="ctr">
              <a:buNone/>
              <a:defRPr sz="2800" b="1" cap="all" baseline="0"/>
            </a:lvl1pPr>
          </a:lstStyle>
          <a:p xmlns:a="http://schemas.openxmlformats.org/drawingml/2006/main">
            <a:r>
              <a:t>CONTEXT or THEME</a:t>
            </a:r>
          </a:p>
        </p:txBody>
      </p:sp>
      <p:sp>
        <p:nvSpPr>
          <p:cNvPr id="3" name="Date Placeholder 2">
            <a:extLst xmlns:a="http://schemas.openxmlformats.org/drawingml/2006/main">
              <a:ext uri="{FF2B5EF4-FFF2-40B4-BE49-F238E27FC236}">
                <a16:creationId xmlns:a16="http://schemas.microsoft.com/office/drawing/2014/main" id="{A3BFED85-F313-4185-81F1-B95CCD77DDBE}"/>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p xmlns:a="http://schemas.openxmlformats.org/drawingml/2006/main">
            <a:fld id="{5FDFC970-B950-4395-A833-47227D4A68CA}" type="datetime1">
              <a:t>2/21/24</a:t>
            </a:fld>
            <a:endParaRPr/>
          </a:p>
        </p:txBody>
      </p:sp>
      <p:sp>
        <p:nvSpPr>
          <p:cNvPr id="4" name="Footer Placeholder 3">
            <a:extLst xmlns:a="http://schemas.openxmlformats.org/drawingml/2006/main">
              <a:ext uri="{FF2B5EF4-FFF2-40B4-BE49-F238E27FC236}">
                <a16:creationId xmlns:a16="http://schemas.microsoft.com/office/drawing/2014/main" id="{007D0A96-1A2A-43DA-B374-E7ABC23811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5" name="Slide Number Placeholder 4">
            <a:extLst xmlns:a="http://schemas.openxmlformats.org/drawingml/2006/main">
              <a:ext uri="{FF2B5EF4-FFF2-40B4-BE49-F238E27FC236}">
                <a16:creationId xmlns:a16="http://schemas.microsoft.com/office/drawing/2014/main" id="{BC9A40E2-E155-4800-83DD-21A960DB61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
        <p:nvSpPr>
          <p:cNvPr id="12" name="Straight Connector 11">
            <a:extLst xmlns:a="http://schemas.openxmlformats.org/drawingml/2006/main">
              <a:ext uri="{FF2B5EF4-FFF2-40B4-BE49-F238E27FC236}">
                <a16:creationId xmlns:a16="http://schemas.microsoft.com/office/drawing/2014/main" id="{3B2A85B3-C7F7-4D21-8EB9-801821E5F9B0}"/>
              </a:ext>
            </a:extLst>
          </p:cNvPr>
          <p:cNvSpPr>
            <a:spLocks xmlns:a="http://schemas.openxmlformats.org/drawingml/2006/main" noGrp="1"/>
          </p:cNvSpPr>
          <p:nvPr/>
        </p:nvSpPr>
        <p:spPr>
          <a:xfrm xmlns:a="http://schemas.openxmlformats.org/drawingml/2006/main">
            <a:off x="3930073" y="2244437"/>
            <a:ext cx="4331855" cy="0"/>
          </a:xfrm>
          <a:prstGeom xmlns:a="http://schemas.openxmlformats.org/drawingml/2006/main" prst="line">
            <a:avLst/>
          </a:prstGeom>
          <a:ln xmlns:a="http://schemas.openxmlformats.org/drawingml/2006/main" w="158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Straight Connector 12">
            <a:extLst xmlns:a="http://schemas.openxmlformats.org/drawingml/2006/main">
              <a:ext uri="{FF2B5EF4-FFF2-40B4-BE49-F238E27FC236}">
                <a16:creationId xmlns:a16="http://schemas.microsoft.com/office/drawing/2014/main" id="{973D6092-C4F2-43C6-8061-1782FB4CDECF}"/>
              </a:ext>
            </a:extLst>
          </p:cNvPr>
          <p:cNvSpPr>
            <a:spLocks xmlns:a="http://schemas.openxmlformats.org/drawingml/2006/main" noGrp="1"/>
          </p:cNvSpPr>
          <p:nvPr/>
        </p:nvSpPr>
        <p:spPr>
          <a:xfrm xmlns:a="http://schemas.openxmlformats.org/drawingml/2006/main">
            <a:off x="3930073" y="4668983"/>
            <a:ext cx="4331855" cy="0"/>
          </a:xfrm>
          <a:prstGeom xmlns:a="http://schemas.openxmlformats.org/drawingml/2006/main" prst="line">
            <a:avLst/>
          </a:prstGeom>
          <a:ln xmlns:a="http://schemas.openxmlformats.org/drawingml/2006/main" w="158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Text Placeholder 14">
            <a:extLst xmlns:a="http://schemas.openxmlformats.org/drawingml/2006/main">
              <a:ext uri="{FF2B5EF4-FFF2-40B4-BE49-F238E27FC236}">
                <a16:creationId xmlns:a16="http://schemas.microsoft.com/office/drawing/2014/main" id="{880F78C2-B223-4301-97A5-0D795E54A0B5}"/>
              </a:ext>
            </a:extLst>
          </p:cNvPr>
          <p:cNvSpPr>
            <a:spLocks xmlns:a="http://schemas.openxmlformats.org/drawingml/2006/main" noGrp="1"/>
          </p:cNvSpPr>
          <p:nvPr>
            <p:ph type="body" idx="13"/>
          </p:nvPr>
        </p:nvSpPr>
        <p:spPr>
          <a:xfrm xmlns:a="http://schemas.openxmlformats.org/drawingml/2006/main">
            <a:off x="660400" y="2420360"/>
            <a:ext cx="10871200" cy="2114550"/>
          </a:xfrm>
        </p:spPr>
        <p:txBody>
          <a:bodyPr xmlns:a="http://schemas.openxmlformats.org/drawingml/2006/main" anchor="ctr">
            <a:normAutofit/>
          </a:bodyPr>
          <a:lstStyle xmlns:a="http://schemas.openxmlformats.org/drawingml/2006/main">
            <a:lvl1pPr marL="0" indent="0" algn="ctr">
              <a:lnSpc>
                <a:spcPct val="100000"/>
              </a:lnSpc>
              <a:buNone/>
              <a:defRPr sz="2800"/>
            </a:lvl1pPr>
            <a:lvl2pPr algn="ctr">
              <a:buNone/>
              <a:defRPr/>
            </a:lvl2pPr>
            <a:lvl3pPr algn="ctr">
              <a:buNone/>
              <a:defRPr/>
            </a:lvl3pPr>
            <a:lvl4pPr algn="ctr">
              <a:buNone/>
              <a:defRPr/>
            </a:lvl4pPr>
            <a:lvl5pPr algn="ctr">
              <a:buNone/>
              <a:defRPr/>
            </a:lvl5pPr>
          </a:lstStyle>
          <a:p xmlns:a="http://schemas.openxmlformats.org/drawingml/2006/main">
            <a:pPr lvl="0">
              <a:buNone/>
            </a:pPr>
            <a:r>
              <a:t>Edit Master text styles</a:t>
            </a:r>
          </a:p>
        </p:txBody>
      </p:sp>
      <p:sp>
        <p:nvSpPr>
          <p:cNvPr id="17" name="Text Placeholder 16">
            <a:extLst xmlns:a="http://schemas.openxmlformats.org/drawingml/2006/main">
              <a:ext uri="{FF2B5EF4-FFF2-40B4-BE49-F238E27FC236}">
                <a16:creationId xmlns:a16="http://schemas.microsoft.com/office/drawing/2014/main" id="{EFA45875-A118-43CE-8684-33B0CBB18F5F}"/>
              </a:ext>
            </a:extLst>
          </p:cNvPr>
          <p:cNvSpPr>
            <a:spLocks xmlns:a="http://schemas.openxmlformats.org/drawingml/2006/main" noGrp="1"/>
          </p:cNvSpPr>
          <p:nvPr>
            <p:ph type="body" idx="14"/>
          </p:nvPr>
        </p:nvSpPr>
        <p:spPr>
          <a:xfrm xmlns:a="http://schemas.openxmlformats.org/drawingml/2006/main">
            <a:off x="3930072" y="4784725"/>
            <a:ext cx="4331855" cy="276225"/>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lvl1pPr marL="0" indent="0" algn="ctr">
              <a:buNone/>
              <a:defRPr sz="1200" b="1" cap="all" baseline="0">
                <a:solidFill>
                  <a:schemeClr val="tx1">
                    <a:lumMod val="65000"/>
                    <a:lumOff val="35000"/>
                  </a:schemeClr>
                </a:solidFill>
                <a:latin typeface="Verdana"/>
                <a:ea typeface="Verdana"/>
                <a:cs typeface="Verdana"/>
              </a:defRPr>
            </a:lvl1pPr>
          </a:lstStyle>
          <a:p xmlns:a="http://schemas.openxmlformats.org/drawingml/2006/main">
            <a:pPr marL="0" lvl="0" algn="ctr">
              <a:buNone/>
            </a:pPr>
            <a:r>
              <a:t>Edit Master text styles</a:t>
            </a:r>
          </a:p>
        </p:txBody>
      </p:sp>
      <p:sp>
        <p:nvSpPr>
          <p:cNvPr id="7" name="Rectangle 6">
            <a:extLst xmlns:a="http://schemas.openxmlformats.org/drawingml/2006/main">
              <a:ext uri="{FF2B5EF4-FFF2-40B4-BE49-F238E27FC236}">
                <a16:creationId xmlns:a16="http://schemas.microsoft.com/office/drawing/2014/main" id="{A397014F-8428-CB57-EA94-4926AC5048D6}"/>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108710D-B7A2-5B78-4CA2-26A7E60D2EA8}"/>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7CBC1D33-6438-5920-7D04-F461F1F2C24C}"/>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ctangle 19">
            <a:extLst xmlns:a="http://schemas.openxmlformats.org/drawingml/2006/main">
              <a:ext uri="{FF2B5EF4-FFF2-40B4-BE49-F238E27FC236}">
                <a16:creationId xmlns:a16="http://schemas.microsoft.com/office/drawing/2014/main" id="{1584E8BE-411E-3D79-1AEB-CFBE9515CD5B}"/>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AA2D3D3E-C28F-C346-1738-B63D4769D730}"/>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5.xml><?xml version="1.0" encoding="utf-8"?>
<p:sldLayout xmlns:p="http://schemas.openxmlformats.org/presentationml/2006/main" showMasterSp="0" preserve="1" userDrawn="1">
  <p:cSld name="Context or Quote with Photo">
    <p:bg>
      <p:bgPr>
        <a:solidFill xmlns:a="http://schemas.openxmlformats.org/drawingml/2006/main">
          <a:schemeClr val="bg2"/>
        </a:solidFill>
      </p:bgPr>
    </p:bg>
    <p:spTree>
      <p:nvGrpSpPr>
        <p:cNvPr id="1" name=""/>
        <p:cNvGrpSpPr/>
        <p:nvPr/>
      </p:nvGrpSpPr>
      <p:grpSpPr>
        <a:xfrm xmlns:a="http://schemas.openxmlformats.org/drawingml/2006/main"/>
      </p:grpSpPr>
      <p:sp>
        <p:nvSpPr>
          <p:cNvPr id="7" name="Picture Placeholder 6">
            <a:extLst xmlns:a="http://schemas.openxmlformats.org/drawingml/2006/main">
              <a:ext uri="{FF2B5EF4-FFF2-40B4-BE49-F238E27FC236}">
                <a16:creationId xmlns:a16="http://schemas.microsoft.com/office/drawing/2014/main" id="{F5A5AEBB-80C3-4EF9-9CDA-1F2EE0D79891}"/>
              </a:ext>
            </a:extLst>
          </p:cNvPr>
          <p:cNvSpPr>
            <a:spLocks xmlns:a="http://schemas.openxmlformats.org/drawingml/2006/main" noGrp="1"/>
          </p:cNvSpPr>
          <p:nvPr>
            <p:ph type="pic" idx="15"/>
          </p:nvPr>
        </p:nvSpPr>
        <p:spPr>
          <a:xfrm xmlns:a="http://schemas.openxmlformats.org/drawingml/2006/main">
            <a:off x="6350285" y="807867"/>
            <a:ext cx="5440648" cy="5445153"/>
          </a:xfrm>
        </p:spPr>
        <p:txBody>
          <a:bodyPr xmlns:a="http://schemas.openxmlformats.org/drawingml/2006/main"/>
          <a:lstStyle xmlns:a="http://schemas.openxmlformats.org/drawingml/2006/main"/>
          <a:p xmlns:a="http://schemas.openxmlformats.org/drawingml/2006/main">
            <a:r>
              <a:t>Click icon to add picture</a:t>
            </a:r>
          </a:p>
        </p:txBody>
      </p:sp>
      <p:sp>
        <p:nvSpPr>
          <p:cNvPr id="2" name="Title 1">
            <a:extLst xmlns:a="http://schemas.openxmlformats.org/drawingml/2006/main">
              <a:ext uri="{FF2B5EF4-FFF2-40B4-BE49-F238E27FC236}">
                <a16:creationId xmlns:a16="http://schemas.microsoft.com/office/drawing/2014/main" id="{CF232F9F-C796-45E8-AA34-E41878851DC3}"/>
              </a:ext>
            </a:extLst>
          </p:cNvPr>
          <p:cNvSpPr>
            <a:spLocks xmlns:a="http://schemas.openxmlformats.org/drawingml/2006/main" noGrp="1"/>
          </p:cNvSpPr>
          <p:nvPr>
            <p:ph type="title" idx="0" hasCustomPrompt="1"/>
          </p:nvPr>
        </p:nvSpPr>
        <p:spPr>
          <a:xfrm xmlns:a="http://schemas.openxmlformats.org/drawingml/2006/main">
            <a:off x="854362" y="1237675"/>
            <a:ext cx="4331855" cy="910202"/>
          </a:xfrm>
        </p:spPr>
        <p:txBody>
          <a:bodyPr xmlns:a="http://schemas.openxmlformats.org/drawingml/2006/main" anchor="b">
            <a:normAutofit/>
          </a:bodyPr>
          <a:lstStyle xmlns:a="http://schemas.openxmlformats.org/drawingml/2006/main">
            <a:lvl1pPr algn="ctr">
              <a:buNone/>
              <a:defRPr sz="2800" b="1" cap="all" baseline="0"/>
            </a:lvl1pPr>
          </a:lstStyle>
          <a:p xmlns:a="http://schemas.openxmlformats.org/drawingml/2006/main">
            <a:r>
              <a:t>CONTEXT or THEME</a:t>
            </a:r>
          </a:p>
        </p:txBody>
      </p:sp>
      <p:sp>
        <p:nvSpPr>
          <p:cNvPr id="3" name="Date Placeholder 2">
            <a:extLst xmlns:a="http://schemas.openxmlformats.org/drawingml/2006/main">
              <a:ext uri="{FF2B5EF4-FFF2-40B4-BE49-F238E27FC236}">
                <a16:creationId xmlns:a16="http://schemas.microsoft.com/office/drawing/2014/main" id="{62D674FA-3B7C-4C2A-A68C-03E61871B60F}"/>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p xmlns:a="http://schemas.openxmlformats.org/drawingml/2006/main">
            <a:fld id="{5FDFC970-B950-4395-A833-47227D4A68CA}" type="datetime1">
              <a:t>2/21/24</a:t>
            </a:fld>
            <a:endParaRPr/>
          </a:p>
        </p:txBody>
      </p:sp>
      <p:sp>
        <p:nvSpPr>
          <p:cNvPr id="4" name="Footer Placeholder 3">
            <a:extLst xmlns:a="http://schemas.openxmlformats.org/drawingml/2006/main">
              <a:ext uri="{FF2B5EF4-FFF2-40B4-BE49-F238E27FC236}">
                <a16:creationId xmlns:a16="http://schemas.microsoft.com/office/drawing/2014/main" id="{F2EA817A-3ADC-46C1-8F83-8DE6D2E7F038}"/>
              </a:ext>
            </a:extLst>
          </p:cNvPr>
          <p:cNvSpPr>
            <a:spLocks xmlns:a="http://schemas.openxmlformats.org/drawingml/2006/main" noGrp="1"/>
          </p:cNvSpPr>
          <p:nvPr>
            <p:ph type="ftr" idx="11"/>
          </p:nvPr>
        </p:nvSpPr>
        <p:spPr>
          <a:xfrm xmlns:a="http://schemas.openxmlformats.org/drawingml/2006/main">
            <a:off x="259882" y="6335309"/>
            <a:ext cx="3887245" cy="250337"/>
          </a:xfrm>
        </p:spPr>
        <p:txBody>
          <a:bodyPr xmlns:a="http://schemas.openxmlformats.org/drawingml/2006/main"/>
          <a:lstStyle xmlns:a="http://schemas.openxmlformats.org/drawingml/2006/main"/>
          <a:p xmlns:a="http://schemas.openxmlformats.org/drawingml/2006/main">
            <a:r>
              <a:t>PRESENTATION TITLE</a:t>
            </a:r>
            <a:endParaRPr/>
          </a:p>
        </p:txBody>
      </p:sp>
      <p:sp>
        <p:nvSpPr>
          <p:cNvPr id="5" name="Slide Number Placeholder 4">
            <a:extLst xmlns:a="http://schemas.openxmlformats.org/drawingml/2006/main">
              <a:ext uri="{FF2B5EF4-FFF2-40B4-BE49-F238E27FC236}">
                <a16:creationId xmlns:a16="http://schemas.microsoft.com/office/drawing/2014/main" id="{A52F8FD0-17DE-45E1-88F9-6F8E5E13AF06}"/>
              </a:ext>
            </a:extLst>
          </p:cNvPr>
          <p:cNvSpPr>
            <a:spLocks xmlns:a="http://schemas.openxmlformats.org/drawingml/2006/main" noGrp="1"/>
          </p:cNvSpPr>
          <p:nvPr>
            <p:ph type="sldNum" idx="12"/>
          </p:nvPr>
        </p:nvSpPr>
        <p:spPr>
          <a:xfrm xmlns:a="http://schemas.openxmlformats.org/drawingml/2006/main">
            <a:off x="4479637" y="6335309"/>
            <a:ext cx="1016000" cy="250337"/>
          </a:xfrm>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
        <p:nvSpPr>
          <p:cNvPr id="15" name="Text Placeholder 14">
            <a:extLst xmlns:a="http://schemas.openxmlformats.org/drawingml/2006/main">
              <a:ext uri="{FF2B5EF4-FFF2-40B4-BE49-F238E27FC236}">
                <a16:creationId xmlns:a16="http://schemas.microsoft.com/office/drawing/2014/main" id="{E21C32DD-B0DB-4484-B081-68532811D118}"/>
              </a:ext>
            </a:extLst>
          </p:cNvPr>
          <p:cNvSpPr>
            <a:spLocks xmlns:a="http://schemas.openxmlformats.org/drawingml/2006/main" noGrp="1"/>
          </p:cNvSpPr>
          <p:nvPr>
            <p:ph type="body" idx="13"/>
          </p:nvPr>
        </p:nvSpPr>
        <p:spPr>
          <a:xfrm xmlns:a="http://schemas.openxmlformats.org/drawingml/2006/main">
            <a:off x="544943" y="2409026"/>
            <a:ext cx="4950694" cy="2114550"/>
          </a:xfrm>
        </p:spPr>
        <p:txBody>
          <a:bodyPr xmlns:a="http://schemas.openxmlformats.org/drawingml/2006/main" anchor="ctr">
            <a:normAutofit/>
          </a:bodyPr>
          <a:lstStyle xmlns:a="http://schemas.openxmlformats.org/drawingml/2006/main">
            <a:lvl1pPr marL="0" indent="0" algn="ctr">
              <a:lnSpc>
                <a:spcPct val="100000"/>
              </a:lnSpc>
              <a:buNone/>
              <a:defRPr sz="2200"/>
            </a:lvl1pPr>
            <a:lvl2pPr algn="ctr">
              <a:buNone/>
              <a:defRPr/>
            </a:lvl2pPr>
            <a:lvl3pPr algn="ctr">
              <a:buNone/>
              <a:defRPr/>
            </a:lvl3pPr>
            <a:lvl4pPr algn="ctr">
              <a:buNone/>
              <a:defRPr/>
            </a:lvl4pPr>
            <a:lvl5pPr algn="ctr">
              <a:buNone/>
              <a:defRPr/>
            </a:lvl5pPr>
          </a:lstStyle>
          <a:p xmlns:a="http://schemas.openxmlformats.org/drawingml/2006/main">
            <a:pPr lvl="0">
              <a:buNone/>
            </a:pPr>
            <a:r>
              <a:t>Edit Master text styles</a:t>
            </a:r>
          </a:p>
        </p:txBody>
      </p:sp>
      <p:sp>
        <p:nvSpPr>
          <p:cNvPr id="17" name="Text Placeholder 16">
            <a:extLst xmlns:a="http://schemas.openxmlformats.org/drawingml/2006/main">
              <a:ext uri="{FF2B5EF4-FFF2-40B4-BE49-F238E27FC236}">
                <a16:creationId xmlns:a16="http://schemas.microsoft.com/office/drawing/2014/main" id="{0B4A25D7-D487-47CB-89CA-C4DE09343E5F}"/>
              </a:ext>
            </a:extLst>
          </p:cNvPr>
          <p:cNvSpPr>
            <a:spLocks xmlns:a="http://schemas.openxmlformats.org/drawingml/2006/main" noGrp="1"/>
          </p:cNvSpPr>
          <p:nvPr>
            <p:ph type="body" idx="14"/>
          </p:nvPr>
        </p:nvSpPr>
        <p:spPr>
          <a:xfrm xmlns:a="http://schemas.openxmlformats.org/drawingml/2006/main">
            <a:off x="854362" y="4784725"/>
            <a:ext cx="4331855" cy="276225"/>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lvl1pPr marL="0" indent="0" algn="ctr">
              <a:buNone/>
              <a:defRPr sz="1200" b="1" cap="all" baseline="0">
                <a:solidFill>
                  <a:schemeClr val="tx1">
                    <a:lumMod val="65000"/>
                    <a:lumOff val="35000"/>
                  </a:schemeClr>
                </a:solidFill>
                <a:latin typeface="Verdana"/>
                <a:ea typeface="Verdana"/>
                <a:cs typeface="Verdana"/>
              </a:defRPr>
            </a:lvl1pPr>
          </a:lstStyle>
          <a:p xmlns:a="http://schemas.openxmlformats.org/drawingml/2006/main">
            <a:pPr marL="0" lvl="0" algn="ctr">
              <a:buNone/>
            </a:pPr>
            <a:r>
              <a:t>Edit Master text styles</a:t>
            </a:r>
          </a:p>
        </p:txBody>
      </p:sp>
      <p:sp>
        <p:nvSpPr>
          <p:cNvPr id="10" name="Straight Connector 9">
            <a:extLst xmlns:a="http://schemas.openxmlformats.org/drawingml/2006/main">
              <a:ext uri="{FF2B5EF4-FFF2-40B4-BE49-F238E27FC236}">
                <a16:creationId xmlns:a16="http://schemas.microsoft.com/office/drawing/2014/main" id="{9D48A98D-12A2-4FAA-874E-44333E9BF148}"/>
              </a:ext>
            </a:extLst>
          </p:cNvPr>
          <p:cNvSpPr>
            <a:spLocks xmlns:a="http://schemas.openxmlformats.org/drawingml/2006/main" noGrp="1"/>
          </p:cNvSpPr>
          <p:nvPr/>
        </p:nvSpPr>
        <p:spPr>
          <a:xfrm xmlns:a="http://schemas.openxmlformats.org/drawingml/2006/main">
            <a:off x="854363" y="2244437"/>
            <a:ext cx="4331855" cy="0"/>
          </a:xfrm>
          <a:prstGeom xmlns:a="http://schemas.openxmlformats.org/drawingml/2006/main" prst="line">
            <a:avLst/>
          </a:prstGeom>
          <a:ln xmlns:a="http://schemas.openxmlformats.org/drawingml/2006/main" w="158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C88FD3FC-7D6A-4964-8A6B-FCAF9B1369E0}"/>
              </a:ext>
            </a:extLst>
          </p:cNvPr>
          <p:cNvSpPr>
            <a:spLocks xmlns:a="http://schemas.openxmlformats.org/drawingml/2006/main" noGrp="1"/>
          </p:cNvSpPr>
          <p:nvPr/>
        </p:nvSpPr>
        <p:spPr>
          <a:xfrm xmlns:a="http://schemas.openxmlformats.org/drawingml/2006/main">
            <a:off x="854363" y="4668983"/>
            <a:ext cx="4331855" cy="0"/>
          </a:xfrm>
          <a:prstGeom xmlns:a="http://schemas.openxmlformats.org/drawingml/2006/main" prst="line">
            <a:avLst/>
          </a:prstGeom>
          <a:ln xmlns:a="http://schemas.openxmlformats.org/drawingml/2006/main" w="158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0D20D476-3C3C-17FB-6B9D-62877266FDDD}"/>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56A3B59E-EB98-37C9-ABAF-5F298CBCB50F}"/>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ctangle 19">
            <a:extLst xmlns:a="http://schemas.openxmlformats.org/drawingml/2006/main">
              <a:ext uri="{FF2B5EF4-FFF2-40B4-BE49-F238E27FC236}">
                <a16:creationId xmlns:a16="http://schemas.microsoft.com/office/drawing/2014/main" id="{109ADF04-D661-134D-CEBE-7284FCA07F2A}"/>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EB66F9EB-2209-AA77-54BB-874DD2429227}"/>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Rectangle 21">
            <a:extLst xmlns:a="http://schemas.openxmlformats.org/drawingml/2006/main">
              <a:ext uri="{FF2B5EF4-FFF2-40B4-BE49-F238E27FC236}">
                <a16:creationId xmlns:a16="http://schemas.microsoft.com/office/drawing/2014/main" id="{AE99F41D-6A52-4E41-CCC6-4F322B85979A}"/>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6.xml><?xml version="1.0" encoding="utf-8"?>
<p:sldLayout xmlns:p="http://schemas.openxmlformats.org/presentationml/2006/main" showMasterSp="0" preserve="1" userDrawn="1">
  <p:cSld name="Section Divider 1">
    <p:spTree>
      <p:nvGrpSpPr>
        <p:cNvPr id="1" name=""/>
        <p:cNvGrpSpPr/>
        <p:nvPr/>
      </p:nvGrpSpPr>
      <p:grpSpPr>
        <a:xfrm xmlns:a="http://schemas.openxmlformats.org/drawingml/2006/main"/>
      </p:grpSpPr>
      <p:sp>
        <p:nvSpPr>
          <p:cNvPr id="9" name="Text Placeholder 8">
            <a:extLst xmlns:a="http://schemas.openxmlformats.org/drawingml/2006/main">
              <a:ext uri="{FF2B5EF4-FFF2-40B4-BE49-F238E27FC236}">
                <a16:creationId xmlns:a16="http://schemas.microsoft.com/office/drawing/2014/main" id="{2087D678-0E27-43F2-B4E3-EE77DF461913}"/>
              </a:ext>
            </a:extLst>
          </p:cNvPr>
          <p:cNvSpPr>
            <a:spLocks xmlns:a="http://schemas.openxmlformats.org/drawingml/2006/main" noGrp="1"/>
          </p:cNvSpPr>
          <p:nvPr>
            <p:ph type="body" idx="13" hasCustomPrompt="1"/>
          </p:nvPr>
        </p:nvSpPr>
        <p:spPr>
          <a:xfrm xmlns:a="http://schemas.openxmlformats.org/drawingml/2006/main">
            <a:off x="1550988" y="3461559"/>
            <a:ext cx="9070975" cy="598488"/>
          </a:xfrm>
        </p:spPr>
        <p:txBody>
          <a:bodyPr xmlns:a="http://schemas.openxmlformats.org/drawingml/2006/main">
            <a:normAutofit/>
          </a:bodyPr>
          <a:lstStyle xmlns:a="http://schemas.openxmlformats.org/drawingml/2006/main">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xmlns:a="http://schemas.openxmlformats.org/drawingml/2006/main">
            <a:pPr lvl="0">
              <a:buNone/>
            </a:pPr>
            <a:r>
              <a:t>Subheader</a:t>
            </a:r>
            <a:endParaRPr/>
          </a:p>
        </p:txBody>
      </p:sp>
      <p:sp>
        <p:nvSpPr>
          <p:cNvPr id="2" name="Title 1">
            <a:extLst xmlns:a="http://schemas.openxmlformats.org/drawingml/2006/main">
              <a:ext uri="{FF2B5EF4-FFF2-40B4-BE49-F238E27FC236}">
                <a16:creationId xmlns:a16="http://schemas.microsoft.com/office/drawing/2014/main" id="{A45E51E8-B440-47DC-B277-581081AE0973}"/>
              </a:ext>
            </a:extLst>
          </p:cNvPr>
          <p:cNvSpPr>
            <a:spLocks xmlns:a="http://schemas.openxmlformats.org/drawingml/2006/main" noGrp="1"/>
          </p:cNvSpPr>
          <p:nvPr>
            <p:ph type="title" idx="0" hasCustomPrompt="1"/>
          </p:nvPr>
        </p:nvSpPr>
        <p:spPr>
          <a:xfrm xmlns:a="http://schemas.openxmlformats.org/drawingml/2006/main">
            <a:off x="287591" y="2382981"/>
            <a:ext cx="11569729" cy="1046019"/>
          </a:xfrm>
        </p:spPr>
        <p:txBody>
          <a:bodyPr xmlns:a="http://schemas.openxmlformats.org/drawingml/2006/main" anchor="b">
            <a:normAutofit/>
          </a:bodyPr>
          <a:lstStyle xmlns:a="http://schemas.openxmlformats.org/drawingml/2006/main">
            <a:lvl1pPr algn="ctr">
              <a:buNone/>
              <a:defRPr sz="6000" b="1" cap="all" baseline="0"/>
            </a:lvl1pPr>
          </a:lstStyle>
          <a:p xmlns:a="http://schemas.openxmlformats.org/drawingml/2006/main">
            <a:r>
              <a:t>SECTION DIVIDER</a:t>
            </a:r>
          </a:p>
        </p:txBody>
      </p:sp>
      <p:sp>
        <p:nvSpPr>
          <p:cNvPr id="3" name="Date Placeholder 2">
            <a:extLst xmlns:a="http://schemas.openxmlformats.org/drawingml/2006/main">
              <a:ext uri="{FF2B5EF4-FFF2-40B4-BE49-F238E27FC236}">
                <a16:creationId xmlns:a16="http://schemas.microsoft.com/office/drawing/2014/main" id="{BB02EE6D-8A71-40AB-A30D-7147A39725CB}"/>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p xmlns:a="http://schemas.openxmlformats.org/drawingml/2006/main">
            <a:fld id="{5FDFC970-B950-4395-A833-47227D4A68CA}" type="datetime1">
              <a:t>2/21/24</a:t>
            </a:fld>
            <a:endParaRPr/>
          </a:p>
        </p:txBody>
      </p:sp>
      <p:sp>
        <p:nvSpPr>
          <p:cNvPr id="4" name="Footer Placeholder 3">
            <a:extLst xmlns:a="http://schemas.openxmlformats.org/drawingml/2006/main">
              <a:ext uri="{FF2B5EF4-FFF2-40B4-BE49-F238E27FC236}">
                <a16:creationId xmlns:a16="http://schemas.microsoft.com/office/drawing/2014/main" id="{A43D2EFD-3A53-4979-B9C2-F80C1D82D5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5" name="Slide Number Placeholder 4">
            <a:extLst xmlns:a="http://schemas.openxmlformats.org/drawingml/2006/main">
              <a:ext uri="{FF2B5EF4-FFF2-40B4-BE49-F238E27FC236}">
                <a16:creationId xmlns:a16="http://schemas.microsoft.com/office/drawing/2014/main" id="{581BA92A-BD64-46D2-96B1-EE014DE144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sp>
        <p:nvSpPr>
          <p:cNvPr id="14" name="Rectangle 13">
            <a:extLst xmlns:a="http://schemas.openxmlformats.org/drawingml/2006/main">
              <a:ext uri="{FF2B5EF4-FFF2-40B4-BE49-F238E27FC236}">
                <a16:creationId xmlns:a16="http://schemas.microsoft.com/office/drawing/2014/main" id="{2E7FF446-A027-DF9C-2EF7-BB8A71A92C25}"/>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ectangle 14">
            <a:extLst xmlns:a="http://schemas.openxmlformats.org/drawingml/2006/main">
              <a:ext uri="{FF2B5EF4-FFF2-40B4-BE49-F238E27FC236}">
                <a16:creationId xmlns:a16="http://schemas.microsoft.com/office/drawing/2014/main" id="{64DBD243-4CC4-FC6A-A3EF-134F0475518A}"/>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B51E8B32-A35D-0923-E7EE-4693F5A56614}"/>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D04998BE-5F59-2840-05C4-7AFCED90F6C7}"/>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571EFAE3-6B14-DE22-01D0-2E8AFF7CD36A}"/>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7.xml><?xml version="1.0" encoding="utf-8"?>
<p:sldLayout xmlns:p="http://schemas.openxmlformats.org/presentationml/2006/main" showMasterSp="0" preserve="1" userDrawn="1">
  <p:cSld name="Section Divider 2">
    <p:bg>
      <p:bgPr>
        <a:solidFill xmlns:a="http://schemas.openxmlformats.org/drawingml/2006/main">
          <a:schemeClr val="accent3"/>
        </a:solidFill>
      </p:bgPr>
    </p:bg>
    <p:spTree>
      <p:nvGrpSpPr>
        <p:cNvPr id="1" name=""/>
        <p:cNvGrpSpPr/>
        <p:nvPr/>
      </p:nvGrpSpPr>
      <p:grpSpPr>
        <a:xfrm xmlns:a="http://schemas.openxmlformats.org/drawingml/2006/main"/>
      </p:grpSpPr>
      <p:sp>
        <p:nvSpPr>
          <p:cNvPr id="9" name="Text Placeholder 8">
            <a:extLst xmlns:a="http://schemas.openxmlformats.org/drawingml/2006/main">
              <a:ext uri="{FF2B5EF4-FFF2-40B4-BE49-F238E27FC236}">
                <a16:creationId xmlns:a16="http://schemas.microsoft.com/office/drawing/2014/main" id="{8F1ED4BD-9672-453C-9D80-D57636D90026}"/>
              </a:ext>
            </a:extLst>
          </p:cNvPr>
          <p:cNvSpPr>
            <a:spLocks xmlns:a="http://schemas.openxmlformats.org/drawingml/2006/main" noGrp="1"/>
          </p:cNvSpPr>
          <p:nvPr>
            <p:ph type="body" idx="13" hasCustomPrompt="1"/>
          </p:nvPr>
        </p:nvSpPr>
        <p:spPr>
          <a:xfrm xmlns:a="http://schemas.openxmlformats.org/drawingml/2006/main">
            <a:off x="1550988" y="3461559"/>
            <a:ext cx="9070975" cy="598488"/>
          </a:xfrm>
        </p:spPr>
        <p:txBody>
          <a:bodyPr xmlns:a="http://schemas.openxmlformats.org/drawingml/2006/main">
            <a:normAutofit/>
          </a:bodyPr>
          <a:lstStyle xmlns:a="http://schemas.openxmlformats.org/drawingml/2006/main">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xmlns:a="http://schemas.openxmlformats.org/drawingml/2006/main">
            <a:pPr lvl="0">
              <a:buNone/>
            </a:pPr>
            <a:r>
              <a:t>Subheader</a:t>
            </a:r>
            <a:endParaRPr/>
          </a:p>
        </p:txBody>
      </p:sp>
      <p:sp>
        <p:nvSpPr>
          <p:cNvPr id="2" name="Title 1">
            <a:extLst xmlns:a="http://schemas.openxmlformats.org/drawingml/2006/main">
              <a:ext uri="{FF2B5EF4-FFF2-40B4-BE49-F238E27FC236}">
                <a16:creationId xmlns:a16="http://schemas.microsoft.com/office/drawing/2014/main" id="{F3143B75-4791-48AE-88E2-B97FF31084CD}"/>
              </a:ext>
            </a:extLst>
          </p:cNvPr>
          <p:cNvSpPr>
            <a:spLocks xmlns:a="http://schemas.openxmlformats.org/drawingml/2006/main" noGrp="1"/>
          </p:cNvSpPr>
          <p:nvPr>
            <p:ph type="title" idx="0" hasCustomPrompt="1"/>
          </p:nvPr>
        </p:nvSpPr>
        <p:spPr>
          <a:xfrm xmlns:a="http://schemas.openxmlformats.org/drawingml/2006/main">
            <a:off x="287591" y="2382981"/>
            <a:ext cx="11569729" cy="1046019"/>
          </a:xfrm>
        </p:spPr>
        <p:txBody>
          <a:bodyPr xmlns:a="http://schemas.openxmlformats.org/drawingml/2006/main" anchor="b">
            <a:normAutofit/>
          </a:bodyPr>
          <a:lstStyle xmlns:a="http://schemas.openxmlformats.org/drawingml/2006/main">
            <a:lvl1pPr algn="ctr">
              <a:buNone/>
              <a:defRPr sz="6000" b="1" cap="all" baseline="0">
                <a:solidFill>
                  <a:schemeClr val="bg1"/>
                </a:solidFill>
              </a:defRPr>
            </a:lvl1pPr>
          </a:lstStyle>
          <a:p xmlns:a="http://schemas.openxmlformats.org/drawingml/2006/main">
            <a:r>
              <a:t>SECTION DIVIDER</a:t>
            </a:r>
          </a:p>
        </p:txBody>
      </p:sp>
      <p:sp>
        <p:nvSpPr>
          <p:cNvPr id="3" name="Date Placeholder 2">
            <a:extLst xmlns:a="http://schemas.openxmlformats.org/drawingml/2006/main">
              <a:ext uri="{FF2B5EF4-FFF2-40B4-BE49-F238E27FC236}">
                <a16:creationId xmlns:a16="http://schemas.microsoft.com/office/drawing/2014/main" id="{8CAAD0A7-6940-45BE-9A64-8249E886AA19}"/>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FDFC970-B950-4395-A833-47227D4A68CA}" type="datetime1">
              <a:t>2/21/24</a:t>
            </a:fld>
            <a:endParaRPr/>
          </a:p>
        </p:txBody>
      </p:sp>
      <p:sp>
        <p:nvSpPr>
          <p:cNvPr id="4" name="Footer Placeholder 3">
            <a:extLst xmlns:a="http://schemas.openxmlformats.org/drawingml/2006/main">
              <a:ext uri="{FF2B5EF4-FFF2-40B4-BE49-F238E27FC236}">
                <a16:creationId xmlns:a16="http://schemas.microsoft.com/office/drawing/2014/main" id="{7E8FA8A1-2BCC-4945-BA07-D1F0341445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PRESENTATION TITLE</a:t>
            </a:r>
            <a:endParaRPr/>
          </a:p>
        </p:txBody>
      </p:sp>
      <p:sp>
        <p:nvSpPr>
          <p:cNvPr id="5" name="Slide Number Placeholder 4">
            <a:extLst xmlns:a="http://schemas.openxmlformats.org/drawingml/2006/main">
              <a:ext uri="{FF2B5EF4-FFF2-40B4-BE49-F238E27FC236}">
                <a16:creationId xmlns:a16="http://schemas.microsoft.com/office/drawing/2014/main" id="{76251559-9FF2-4C78-A5D1-95D64964D2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PAGE  </a:t>
            </a:r>
            <a:fld id="{93005692-73BE-493E-93AB-ECD6027A7652}" type="slidenum">
              <a:t>‹#›</a:t>
            </a:fld>
            <a:endParaRPr/>
          </a:p>
        </p:txBody>
      </p:sp>
      <p:sp>
        <p:nvSpPr>
          <p:cNvPr id="14" name="Rectangle 13">
            <a:extLst xmlns:a="http://schemas.openxmlformats.org/drawingml/2006/main">
              <a:ext uri="{FF2B5EF4-FFF2-40B4-BE49-F238E27FC236}">
                <a16:creationId xmlns:a16="http://schemas.microsoft.com/office/drawing/2014/main" id="{04350EA6-F3C3-B71A-2AE8-59D702686268}"/>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ectangle 14">
            <a:extLst xmlns:a="http://schemas.openxmlformats.org/drawingml/2006/main">
              <a:ext uri="{FF2B5EF4-FFF2-40B4-BE49-F238E27FC236}">
                <a16:creationId xmlns:a16="http://schemas.microsoft.com/office/drawing/2014/main" id="{9DFD5CBB-2458-6136-9C90-A6C4B927AC9B}"/>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7B84D87D-DBE9-B3EF-FFB3-C2AFE2A77403}"/>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0F1F04D2-CB9A-2272-4643-01B4FAAC4398}"/>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936161E2-6AF6-CD93-0C7B-DE95E53B4B4C}"/>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8.xml><?xml version="1.0" encoding="utf-8"?>
<p:sldLayout xmlns:p="http://schemas.openxmlformats.org/presentationml/2006/main" showMasterSp="0" preserve="1" userDrawn="1">
  <p:cSld name="Section Divider 3">
    <p:bg>
      <p:bgPr>
        <a:solidFill xmlns:a="http://schemas.openxmlformats.org/drawingml/2006/main">
          <a:schemeClr val="tx1"/>
        </a:solidFill>
      </p:bgPr>
    </p:bg>
    <p:spTree>
      <p:nvGrpSpPr>
        <p:cNvPr id="1" name=""/>
        <p:cNvGrpSpPr/>
        <p:nvPr/>
      </p:nvGrpSpPr>
      <p:grpSpPr>
        <a:xfrm xmlns:a="http://schemas.openxmlformats.org/drawingml/2006/main"/>
      </p:grpSpPr>
      <p:sp>
        <p:nvSpPr>
          <p:cNvPr id="9" name="Text Placeholder 8">
            <a:extLst xmlns:a="http://schemas.openxmlformats.org/drawingml/2006/main">
              <a:ext uri="{FF2B5EF4-FFF2-40B4-BE49-F238E27FC236}">
                <a16:creationId xmlns:a16="http://schemas.microsoft.com/office/drawing/2014/main" id="{9AA63F4A-9962-4147-8873-D5A5A512BC29}"/>
              </a:ext>
            </a:extLst>
          </p:cNvPr>
          <p:cNvSpPr>
            <a:spLocks xmlns:a="http://schemas.openxmlformats.org/drawingml/2006/main" noGrp="1"/>
          </p:cNvSpPr>
          <p:nvPr>
            <p:ph type="body" idx="13" hasCustomPrompt="1"/>
          </p:nvPr>
        </p:nvSpPr>
        <p:spPr>
          <a:xfrm xmlns:a="http://schemas.openxmlformats.org/drawingml/2006/main">
            <a:off x="1550988" y="3461559"/>
            <a:ext cx="9070975" cy="598488"/>
          </a:xfrm>
        </p:spPr>
        <p:txBody>
          <a:bodyPr xmlns:a="http://schemas.openxmlformats.org/drawingml/2006/main">
            <a:normAutofit/>
          </a:bodyPr>
          <a:lstStyle xmlns:a="http://schemas.openxmlformats.org/drawingml/2006/main">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xmlns:a="http://schemas.openxmlformats.org/drawingml/2006/main">
            <a:pPr lvl="0">
              <a:buNone/>
            </a:pPr>
            <a:r>
              <a:t>Subheader</a:t>
            </a:r>
            <a:endParaRPr/>
          </a:p>
        </p:txBody>
      </p:sp>
      <p:sp>
        <p:nvSpPr>
          <p:cNvPr id="2" name="Title 1">
            <a:extLst xmlns:a="http://schemas.openxmlformats.org/drawingml/2006/main">
              <a:ext uri="{FF2B5EF4-FFF2-40B4-BE49-F238E27FC236}">
                <a16:creationId xmlns:a16="http://schemas.microsoft.com/office/drawing/2014/main" id="{4D7A39CC-B1B4-44BF-9DE1-27147F3B7916}"/>
              </a:ext>
            </a:extLst>
          </p:cNvPr>
          <p:cNvSpPr>
            <a:spLocks xmlns:a="http://schemas.openxmlformats.org/drawingml/2006/main" noGrp="1"/>
          </p:cNvSpPr>
          <p:nvPr>
            <p:ph type="title" idx="0" hasCustomPrompt="1"/>
          </p:nvPr>
        </p:nvSpPr>
        <p:spPr>
          <a:xfrm xmlns:a="http://schemas.openxmlformats.org/drawingml/2006/main">
            <a:off x="287591" y="2382981"/>
            <a:ext cx="11569729" cy="1046019"/>
          </a:xfrm>
        </p:spPr>
        <p:txBody>
          <a:bodyPr xmlns:a="http://schemas.openxmlformats.org/drawingml/2006/main" anchor="b">
            <a:normAutofit/>
          </a:bodyPr>
          <a:lstStyle xmlns:a="http://schemas.openxmlformats.org/drawingml/2006/main">
            <a:lvl1pPr algn="ctr">
              <a:buNone/>
              <a:defRPr sz="6000" b="1" cap="all" baseline="0">
                <a:solidFill>
                  <a:schemeClr val="bg1"/>
                </a:solidFill>
              </a:defRPr>
            </a:lvl1pPr>
          </a:lstStyle>
          <a:p xmlns:a="http://schemas.openxmlformats.org/drawingml/2006/main">
            <a:r>
              <a:t>SECTION DIVIDER</a:t>
            </a:r>
          </a:p>
        </p:txBody>
      </p:sp>
      <p:sp>
        <p:nvSpPr>
          <p:cNvPr id="3" name="Date Placeholder 2">
            <a:extLst xmlns:a="http://schemas.openxmlformats.org/drawingml/2006/main">
              <a:ext uri="{FF2B5EF4-FFF2-40B4-BE49-F238E27FC236}">
                <a16:creationId xmlns:a16="http://schemas.microsoft.com/office/drawing/2014/main" id="{045F3E83-27ED-40E4-9005-C7D4B6F2971C}"/>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FDFC970-B950-4395-A833-47227D4A68CA}" type="datetime1">
              <a:t>2/21/24</a:t>
            </a:fld>
            <a:endParaRPr/>
          </a:p>
        </p:txBody>
      </p:sp>
      <p:sp>
        <p:nvSpPr>
          <p:cNvPr id="4" name="Footer Placeholder 3">
            <a:extLst xmlns:a="http://schemas.openxmlformats.org/drawingml/2006/main">
              <a:ext uri="{FF2B5EF4-FFF2-40B4-BE49-F238E27FC236}">
                <a16:creationId xmlns:a16="http://schemas.microsoft.com/office/drawing/2014/main" id="{3FC69D1E-BA9F-426E-94DC-DC1762F353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PRESENTATION TITLE</a:t>
            </a:r>
            <a:endParaRPr/>
          </a:p>
        </p:txBody>
      </p:sp>
      <p:sp>
        <p:nvSpPr>
          <p:cNvPr id="5" name="Slide Number Placeholder 4">
            <a:extLst xmlns:a="http://schemas.openxmlformats.org/drawingml/2006/main">
              <a:ext uri="{FF2B5EF4-FFF2-40B4-BE49-F238E27FC236}">
                <a16:creationId xmlns:a16="http://schemas.microsoft.com/office/drawing/2014/main" id="{15175AFC-AFE8-4257-992C-D4832C8C57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PAGE  </a:t>
            </a:r>
            <a:fld id="{93005692-73BE-493E-93AB-ECD6027A7652}" type="slidenum">
              <a:t>‹#›</a:t>
            </a:fld>
            <a:endParaRPr/>
          </a:p>
        </p:txBody>
      </p:sp>
      <p:sp>
        <p:nvSpPr>
          <p:cNvPr id="14" name="Rectangle 13">
            <a:extLst xmlns:a="http://schemas.openxmlformats.org/drawingml/2006/main">
              <a:ext uri="{FF2B5EF4-FFF2-40B4-BE49-F238E27FC236}">
                <a16:creationId xmlns:a16="http://schemas.microsoft.com/office/drawing/2014/main" id="{572D70FB-ADA6-5E6E-29B1-A1623DE361B1}"/>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ectangle 14">
            <a:extLst xmlns:a="http://schemas.openxmlformats.org/drawingml/2006/main">
              <a:ext uri="{FF2B5EF4-FFF2-40B4-BE49-F238E27FC236}">
                <a16:creationId xmlns:a16="http://schemas.microsoft.com/office/drawing/2014/main" id="{AA40349B-8324-5C56-8910-78C4E6366CCD}"/>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CD12A301-E6DF-7760-3D01-B0933E87104E}"/>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B5F068C1-6FE1-DFD6-F0F5-A3F1F8A8E5CD}"/>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C93460B5-979B-9830-988B-CA56409C364F}"/>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9.xml><?xml version="1.0" encoding="utf-8"?>
<p:sldLayout xmlns:p="http://schemas.openxmlformats.org/presentationml/2006/main" showMasterSp="0" preserve="1" userDrawn="1">
  <p:cSld name="Closing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86FFD3-7300-4B82-82A3-E3AED7970F37}"/>
              </a:ext>
            </a:extLst>
          </p:cNvPr>
          <p:cNvSpPr>
            <a:spLocks xmlns:a="http://schemas.openxmlformats.org/drawingml/2006/main" noGrp="1"/>
          </p:cNvSpPr>
          <p:nvPr>
            <p:ph type="title" idx="0" hasCustomPrompt="1"/>
          </p:nvPr>
        </p:nvSpPr>
        <p:spPr>
          <a:xfrm xmlns:a="http://schemas.openxmlformats.org/drawingml/2006/main">
            <a:off x="657225" y="4581236"/>
            <a:ext cx="10877550" cy="1597891"/>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lvl1pPr algn="ctr">
              <a:buNone/>
              <a:defRPr sz="1800" b="0" i="0" cap="none" baseline="0">
                <a:solidFill>
                  <a:schemeClr val="tx1"/>
                </a:solidFill>
                <a:latin typeface="Verdana"/>
                <a:ea typeface="Verdana"/>
                <a:cs typeface="Verdana"/>
              </a:defRPr>
            </a:lvl1pPr>
          </a:lstStyle>
          <a:p xmlns:a="http://schemas.openxmlformats.org/drawingml/2006/main">
            <a:pPr marL="0" lvl="0" algn="ctr">
              <a:lnSpc>
                <a:spcPct val="75000"/>
              </a:lnSpc>
              <a:buNone/>
            </a:pPr>
            <a:r>
              <a:t>Click to edit master closing slide</a:t>
            </a:r>
          </a:p>
        </p:txBody>
      </p:sp>
      <p:sp>
        <p:nvSpPr>
          <p:cNvPr id="6" name="Date Placeholder 5">
            <a:extLst xmlns:a="http://schemas.openxmlformats.org/drawingml/2006/main">
              <a:ext uri="{FF2B5EF4-FFF2-40B4-BE49-F238E27FC236}">
                <a16:creationId xmlns:a16="http://schemas.microsoft.com/office/drawing/2014/main" id="{226AC7CA-1366-48BE-A2AD-857BEC5EC91A}"/>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p xmlns:a="http://schemas.openxmlformats.org/drawingml/2006/main">
            <a:fld id="{75D660D7-90CE-4513-A3CE-C070B9421917}" type="datetime1">
              <a:t>2/21/24</a:t>
            </a:fld>
            <a:endParaRPr/>
          </a:p>
        </p:txBody>
      </p:sp>
      <p:sp>
        <p:nvSpPr>
          <p:cNvPr id="10" name="Footer Placeholder 9">
            <a:extLst xmlns:a="http://schemas.openxmlformats.org/drawingml/2006/main">
              <a:ext uri="{FF2B5EF4-FFF2-40B4-BE49-F238E27FC236}">
                <a16:creationId xmlns:a16="http://schemas.microsoft.com/office/drawing/2014/main" id="{8A64CC57-CD64-49EA-8BD8-8EF7AD913C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11" name="Slide Number Placeholder 10">
            <a:extLst xmlns:a="http://schemas.openxmlformats.org/drawingml/2006/main">
              <a:ext uri="{FF2B5EF4-FFF2-40B4-BE49-F238E27FC236}">
                <a16:creationId xmlns:a16="http://schemas.microsoft.com/office/drawing/2014/main" id="{CF341B57-CF3F-41B7-B38D-30C3B8D63C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pic>
        <p:nvPicPr>
          <p:cNvPr id="4" name="Picture 3">
            <a:extLst xmlns:a="http://schemas.openxmlformats.org/drawingml/2006/main">
              <a:ext uri="{FF2B5EF4-FFF2-40B4-BE49-F238E27FC236}">
                <a16:creationId xmlns:a16="http://schemas.microsoft.com/office/drawing/2014/main" id="{0B9BE538-B536-4F2E-848C-3FB1E83B2A46}"/>
              </a:ext>
            </a:extLst>
          </p:cNvPr>
          <p:cNvPicPr>
            <a:picLocks xmlns:a="http://schemas.openxmlformats.org/drawingml/2006/main" noChangeAspect="1"/>
          </p:cNvPicPr>
          <p:nvPr/>
        </p:nvPicPr>
        <p:blipFill>
          <a:blip xmlns:r="http://schemas.openxmlformats.org/officeDocument/2006/relationships" xmlns:a="http://schemas.openxmlformats.org/drawingml/2006/main" r:embed="R11e4fa8178fc494d"/>
          <a:srcRect xmlns:a="http://schemas.openxmlformats.org/drawingml/2006/main" l="0" t="0" r="0" b="0"/>
          <a:stretch xmlns:a="http://schemas.openxmlformats.org/drawingml/2006/main"/>
        </p:blipFill>
        <p:spPr>
          <a:xfrm xmlns:a="http://schemas.openxmlformats.org/drawingml/2006/main">
            <a:off x="3047927" y="985586"/>
            <a:ext cx="6096143" cy="40752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CA410A60-FA9B-1ECF-958F-BC27BB5C2E95}"/>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ECC5613F-FE3A-A7CF-B132-7779C8C132EE}"/>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6EE9D1A7-9583-C584-47EB-0627750BD7CF}"/>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6D6DCD87-2E74-CDA8-1BA0-3DE81AD3380C}"/>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9FD214E4-DEB6-B4CF-DF1D-A1A345D13201}"/>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0.xml><?xml version="1.0" encoding="utf-8"?>
<p:sldLayout xmlns:p="http://schemas.openxmlformats.org/presentationml/2006/main" showMasterSp="0" preserve="1" userDrawn="1">
  <p:cSld name="Closing Slide_ALT">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58A065-4B8B-496E-894C-14753EF4C36E}"/>
              </a:ext>
            </a:extLst>
          </p:cNvPr>
          <p:cNvSpPr>
            <a:spLocks xmlns:a="http://schemas.openxmlformats.org/drawingml/2006/main" noGrp="1"/>
          </p:cNvSpPr>
          <p:nvPr>
            <p:ph type="title" idx="0" hasCustomPrompt="1"/>
          </p:nvPr>
        </p:nvSpPr>
        <p:spPr>
          <a:xfrm xmlns:a="http://schemas.openxmlformats.org/drawingml/2006/main">
            <a:off x="733425" y="4682836"/>
            <a:ext cx="10725150" cy="1559782"/>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lvl1pPr marL="0" algn="ctr">
              <a:lnSpc>
                <a:spcPct val="75000"/>
              </a:lnSpc>
              <a:buNone/>
              <a:defRPr sz="1800" b="0" i="0">
                <a:solidFill>
                  <a:schemeClr val="bg1">
                    <a:alpha val="81000"/>
                  </a:schemeClr>
                </a:solidFill>
                <a:latin typeface="Verdana"/>
                <a:ea typeface="Verdana"/>
                <a:cs typeface="Verdana"/>
              </a:defRPr>
            </a:lvl1pPr>
          </a:lstStyle>
          <a:p xmlns:a="http://schemas.openxmlformats.org/drawingml/2006/main">
            <a:pPr marL="0" lvl="0" algn="ctr">
              <a:lnSpc>
                <a:spcPct val="75000"/>
              </a:lnSpc>
              <a:buNone/>
            </a:pPr>
            <a:r>
              <a:t>Click to edit master closing slide</a:t>
            </a:r>
          </a:p>
        </p:txBody>
      </p:sp>
      <p:sp>
        <p:nvSpPr>
          <p:cNvPr id="6" name="Date Placeholder 5">
            <a:extLst xmlns:a="http://schemas.openxmlformats.org/drawingml/2006/main">
              <a:ext uri="{FF2B5EF4-FFF2-40B4-BE49-F238E27FC236}">
                <a16:creationId xmlns:a16="http://schemas.microsoft.com/office/drawing/2014/main" id="{90BD9853-33A4-4D61-A107-2A60D7459FA0}"/>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0A368D4B-3D0A-49AB-8EA2-2DC8CB4594DB}" type="datetime1">
              <a:t>2/21/24</a:t>
            </a:fld>
            <a:endParaRPr/>
          </a:p>
        </p:txBody>
      </p:sp>
      <p:sp>
        <p:nvSpPr>
          <p:cNvPr id="7" name="Footer Placeholder 6">
            <a:extLst xmlns:a="http://schemas.openxmlformats.org/drawingml/2006/main">
              <a:ext uri="{FF2B5EF4-FFF2-40B4-BE49-F238E27FC236}">
                <a16:creationId xmlns:a16="http://schemas.microsoft.com/office/drawing/2014/main" id="{646DB463-A938-4AFA-85ED-093D72BA77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PRESENTATION TITLE</a:t>
            </a:r>
            <a:endParaRPr>
              <a:solidFill>
                <a:schemeClr val="bg1"/>
              </a:solidFill>
            </a:endParaRPr>
          </a:p>
        </p:txBody>
      </p:sp>
      <p:sp>
        <p:nvSpPr>
          <p:cNvPr id="8" name="Slide Number Placeholder 7">
            <a:extLst xmlns:a="http://schemas.openxmlformats.org/drawingml/2006/main">
              <a:ext uri="{FF2B5EF4-FFF2-40B4-BE49-F238E27FC236}">
                <a16:creationId xmlns:a16="http://schemas.microsoft.com/office/drawing/2014/main" id="{B1672322-9366-4ECF-8B3B-BF175C77D3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PAGE  </a:t>
            </a:r>
            <a:fld id="{93005692-73BE-493E-93AB-ECD6027A7652}" type="slidenum">
              <a:t>‹#›</a:t>
            </a:fld>
            <a:endParaRPr/>
          </a:p>
        </p:txBody>
      </p:sp>
      <p:pic>
        <p:nvPicPr>
          <p:cNvPr id="5" name="Picture 4">
            <a:extLst xmlns:a="http://schemas.openxmlformats.org/drawingml/2006/main">
              <a:ext uri="{FF2B5EF4-FFF2-40B4-BE49-F238E27FC236}">
                <a16:creationId xmlns:a16="http://schemas.microsoft.com/office/drawing/2014/main" id="{54238D50-AAEF-429A-A237-6FDECDB4EECC}"/>
              </a:ext>
            </a:extLst>
          </p:cNvPr>
          <p:cNvPicPr>
            <a:picLocks xmlns:a="http://schemas.openxmlformats.org/drawingml/2006/main" noChangeAspect="1"/>
          </p:cNvPicPr>
          <p:nvPr/>
        </p:nvPicPr>
        <p:blipFill>
          <a:blip xmlns:r="http://schemas.openxmlformats.org/officeDocument/2006/relationships" xmlns:a="http://schemas.openxmlformats.org/drawingml/2006/main" r:embed="Rd857d560125f4a94"/>
          <a:srcRect xmlns:a="http://schemas.openxmlformats.org/drawingml/2006/main" l="0" t="0" r="0" b="0"/>
          <a:stretch xmlns:a="http://schemas.openxmlformats.org/drawingml/2006/main"/>
        </p:blipFill>
        <p:spPr>
          <a:xfrm xmlns:a="http://schemas.openxmlformats.org/drawingml/2006/main">
            <a:off x="3047928" y="985586"/>
            <a:ext cx="6096143" cy="4075200"/>
          </a:xfrm>
          <a:prstGeom xmlns:a="http://schemas.openxmlformats.org/drawingml/2006/main" prst="rect">
            <a:avLst/>
          </a:prstGeom>
        </p:spPr>
      </p:pic>
      <p:sp>
        <p:nvSpPr>
          <p:cNvPr id="4" name="Rectangle 3">
            <a:extLst xmlns:a="http://schemas.openxmlformats.org/drawingml/2006/main">
              <a:ext uri="{FF2B5EF4-FFF2-40B4-BE49-F238E27FC236}">
                <a16:creationId xmlns:a16="http://schemas.microsoft.com/office/drawing/2014/main" id="{26364F3F-3B82-84E7-CBE7-02C3AEE04520}"/>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20B8ADAC-7828-B63A-D5DA-453F6E05F127}"/>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2D015563-E92F-C342-9A7D-30F6A4E8A031}"/>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6A7D1E3D-066D-CE3E-D814-48C37B5F91F3}"/>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511196A-9E52-FC64-5031-EB102393BE10}"/>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1.xml><?xml version="1.0" encoding="utf-8"?>
<p:sldLayout xmlns:p="http://schemas.openxmlformats.org/presentationml/2006/main" showMasterSp="0" userDrawn="1">
  <p:cSld name="1_Closing Slide_Y+W">
    <p:spTree>
      <p:nvGrpSpPr>
        <p:cNvPr id="1" name=""/>
        <p:cNvGrpSpPr/>
        <p:nvPr/>
      </p:nvGrpSpPr>
      <p:grpSpPr>
        <a:xfrm xmlns:a="http://schemas.openxmlformats.org/drawingml/2006/main"/>
      </p:grpSpPr>
      <p:sp>
        <p:nvSpPr>
          <p:cNvPr id="6" name="Date Placeholder 5">
            <a:extLst xmlns:a="http://schemas.openxmlformats.org/drawingml/2006/main">
              <a:ext uri="{FF2B5EF4-FFF2-40B4-BE49-F238E27FC236}">
                <a16:creationId xmlns:a16="http://schemas.microsoft.com/office/drawing/2014/main" id="{C2021778-357C-425A-8669-FD31060E9F61}"/>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p xmlns:a="http://schemas.openxmlformats.org/drawingml/2006/main">
            <a:fld id="{75D660D7-90CE-4513-A3CE-C070B9421917}" type="datetime1">
              <a:t>2/21/24</a:t>
            </a:fld>
            <a:endParaRPr/>
          </a:p>
        </p:txBody>
      </p:sp>
      <p:sp>
        <p:nvSpPr>
          <p:cNvPr id="10" name="Footer Placeholder 9">
            <a:extLst xmlns:a="http://schemas.openxmlformats.org/drawingml/2006/main">
              <a:ext uri="{FF2B5EF4-FFF2-40B4-BE49-F238E27FC236}">
                <a16:creationId xmlns:a16="http://schemas.microsoft.com/office/drawing/2014/main" id="{938F38CB-30D5-4782-8072-1B17AB054A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PRESENTATION TITLE</a:t>
            </a:r>
            <a:endParaRPr/>
          </a:p>
        </p:txBody>
      </p:sp>
      <p:sp>
        <p:nvSpPr>
          <p:cNvPr id="11" name="Slide Number Placeholder 10">
            <a:extLst xmlns:a="http://schemas.openxmlformats.org/drawingml/2006/main">
              <a:ext uri="{FF2B5EF4-FFF2-40B4-BE49-F238E27FC236}">
                <a16:creationId xmlns:a16="http://schemas.microsoft.com/office/drawing/2014/main" id="{ABA811B4-C6C3-41C2-825B-B9EFD57438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PAGE  </a:t>
            </a:r>
            <a:fld id="{93005692-73BE-493E-93AB-ECD6027A7652}" type="slidenum">
              <a:t>‹#›</a:t>
            </a:fld>
            <a:endParaRPr/>
          </a:p>
        </p:txBody>
      </p:sp>
      <p:pic>
        <p:nvPicPr>
          <p:cNvPr id="13" name="Picture 12">
            <a:extLst xmlns:a="http://schemas.openxmlformats.org/drawingml/2006/main">
              <a:ext uri="{FF2B5EF4-FFF2-40B4-BE49-F238E27FC236}">
                <a16:creationId xmlns:a16="http://schemas.microsoft.com/office/drawing/2014/main" id="{94E91AFE-1A3D-49C0-93E5-79123230265E}"/>
              </a:ext>
            </a:extLst>
          </p:cNvPr>
          <p:cNvPicPr>
            <a:picLocks xmlns:a="http://schemas.openxmlformats.org/drawingml/2006/main" noChangeAspect="1"/>
          </p:cNvPicPr>
          <p:nvPr/>
        </p:nvPicPr>
        <p:blipFill>
          <a:blip xmlns:r="http://schemas.openxmlformats.org/officeDocument/2006/relationships" xmlns:a="http://schemas.openxmlformats.org/drawingml/2006/main" r:embed="R1e196d6eff5b49a8"/>
          <a:srcRect xmlns:a="http://schemas.openxmlformats.org/drawingml/2006/main" l="0" t="0" r="0" b="0"/>
          <a:stretch xmlns:a="http://schemas.openxmlformats.org/drawingml/2006/main"/>
        </p:blipFill>
        <p:spPr>
          <a:xfrm xmlns:a="http://schemas.openxmlformats.org/drawingml/2006/main">
            <a:off x="5187315" y="4854114"/>
            <a:ext cx="1817370" cy="514350"/>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8C8F6685-3262-4183-A6F9-768DDF81628F}"/>
              </a:ext>
            </a:extLst>
          </p:cNvPr>
          <p:cNvPicPr>
            <a:picLocks xmlns:a="http://schemas.openxmlformats.org/drawingml/2006/main" noChangeAspect="1"/>
          </p:cNvPicPr>
          <p:nvPr/>
        </p:nvPicPr>
        <p:blipFill>
          <a:blip xmlns:r="http://schemas.openxmlformats.org/officeDocument/2006/relationships" xmlns:a="http://schemas.openxmlformats.org/drawingml/2006/main" r:embed="Rc88efdff8a3f4886"/>
          <a:srcRect xmlns:a="http://schemas.openxmlformats.org/drawingml/2006/main" l="0" t="0" r="0" b="0"/>
          <a:stretch xmlns:a="http://schemas.openxmlformats.org/drawingml/2006/main"/>
        </p:blipFill>
        <p:spPr>
          <a:xfrm xmlns:a="http://schemas.openxmlformats.org/drawingml/2006/main">
            <a:off x="4237482" y="5539328"/>
            <a:ext cx="3717036" cy="243459"/>
          </a:xfrm>
          <a:prstGeom xmlns:a="http://schemas.openxmlformats.org/drawingml/2006/main" prst="rect">
            <a:avLst/>
          </a:prstGeom>
        </p:spPr>
      </p:pic>
      <p:pic>
        <p:nvPicPr>
          <p:cNvPr id="28" name="Picture 27">
            <a:extLst xmlns:a="http://schemas.openxmlformats.org/drawingml/2006/main">
              <a:ext uri="{FF2B5EF4-FFF2-40B4-BE49-F238E27FC236}">
                <a16:creationId xmlns:a16="http://schemas.microsoft.com/office/drawing/2014/main" id="{471A00F4-8977-487E-83A8-0ADD1B531754}"/>
              </a:ext>
            </a:extLst>
          </p:cNvPr>
          <p:cNvPicPr>
            <a:picLocks xmlns:a="http://schemas.openxmlformats.org/drawingml/2006/main" noChangeAspect="1"/>
          </p:cNvPicPr>
          <p:nvPr/>
        </p:nvPicPr>
        <p:blipFill>
          <a:blip xmlns:r="http://schemas.openxmlformats.org/officeDocument/2006/relationships" xmlns:a="http://schemas.openxmlformats.org/drawingml/2006/main" r:embed="R29c79dd8c52e4eb5"/>
          <a:srcRect xmlns:a="http://schemas.openxmlformats.org/drawingml/2006/main" l="0" t="0" r="0" b="0"/>
          <a:stretch xmlns:a="http://schemas.openxmlformats.org/drawingml/2006/main"/>
        </p:blipFill>
        <p:spPr>
          <a:xfrm xmlns:a="http://schemas.openxmlformats.org/drawingml/2006/main">
            <a:off x="3047928" y="805093"/>
            <a:ext cx="6096143" cy="407520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5902C7A9-1260-639C-57A3-589EDDED1CD8}"/>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Rectangle 3">
            <a:extLst xmlns:a="http://schemas.openxmlformats.org/drawingml/2006/main">
              <a:ext uri="{FF2B5EF4-FFF2-40B4-BE49-F238E27FC236}">
                <a16:creationId xmlns:a16="http://schemas.microsoft.com/office/drawing/2014/main" id="{D8EF615A-109E-DC73-366E-F36B538C6A5E}"/>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DBB72447-13FE-7AF2-66AD-F02E93C24C01}"/>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A1F87CA3-F313-32BC-960C-41C3A68E4453}"/>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5F1DF653-3B8D-5181-BC61-446442EA1FB8}"/>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2.xml><?xml version="1.0" encoding="utf-8"?>
<p:sldLayout xmlns:p="http://schemas.openxmlformats.org/presentationml/2006/main" showMasterSp="0" preserve="1" userDrawn="1">
  <p:cSld name="1_Closing Slide_Y+W_ALT">
    <p:bg>
      <p:bgPr>
        <a:solidFill xmlns:a="http://schemas.openxmlformats.org/drawingml/2006/main">
          <a:schemeClr val="tx1"/>
        </a:solidFill>
      </p:bgPr>
    </p:bg>
    <p:spTree>
      <p:nvGrpSpPr>
        <p:cNvPr id="1" name=""/>
        <p:cNvGrpSpPr/>
        <p:nvPr/>
      </p:nvGrpSpPr>
      <p:grpSpPr>
        <a:xfrm xmlns:a="http://schemas.openxmlformats.org/drawingml/2006/main"/>
      </p:grpSpPr>
      <p:sp>
        <p:nvSpPr>
          <p:cNvPr id="6" name="Date Placeholder 5">
            <a:extLst xmlns:a="http://schemas.openxmlformats.org/drawingml/2006/main">
              <a:ext uri="{FF2B5EF4-FFF2-40B4-BE49-F238E27FC236}">
                <a16:creationId xmlns:a16="http://schemas.microsoft.com/office/drawing/2014/main" id="{924D7952-2DA8-41D7-92A3-E6D4FF307FF2}"/>
              </a:ext>
            </a:extLst>
          </p:cNvPr>
          <p:cNvSpPr>
            <a:spLocks xmlns:a="http://schemas.openxmlformats.org/drawingml/2006/main" noGrp="1"/>
          </p:cNvSpPr>
          <p:nvPr>
            <p:ph type="dt" idx="10"/>
          </p:nvPr>
        </p:nvSpPr>
        <p:spPr>
          <a:xfrm xmlns:a="http://schemas.openxmlformats.org/drawingml/2006/main">
            <a:off x="10751004" y="6335309"/>
            <a:ext cx="1181114" cy="250337"/>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0A368D4B-3D0A-49AB-8EA2-2DC8CB4594DB}" type="datetime1">
              <a:t>2/21/24</a:t>
            </a:fld>
            <a:endParaRPr/>
          </a:p>
        </p:txBody>
      </p:sp>
      <p:sp>
        <p:nvSpPr>
          <p:cNvPr id="7" name="Footer Placeholder 6">
            <a:extLst xmlns:a="http://schemas.openxmlformats.org/drawingml/2006/main">
              <a:ext uri="{FF2B5EF4-FFF2-40B4-BE49-F238E27FC236}">
                <a16:creationId xmlns:a16="http://schemas.microsoft.com/office/drawing/2014/main" id="{41C26BEF-0EC2-4953-8712-AFC2133E95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PRESENTATION TITLE</a:t>
            </a:r>
            <a:endParaRPr>
              <a:solidFill>
                <a:schemeClr val="bg1"/>
              </a:solidFill>
            </a:endParaRPr>
          </a:p>
        </p:txBody>
      </p:sp>
      <p:sp>
        <p:nvSpPr>
          <p:cNvPr id="8" name="Slide Number Placeholder 7">
            <a:extLst xmlns:a="http://schemas.openxmlformats.org/drawingml/2006/main">
              <a:ext uri="{FF2B5EF4-FFF2-40B4-BE49-F238E27FC236}">
                <a16:creationId xmlns:a16="http://schemas.microsoft.com/office/drawing/2014/main" id="{CE13FFB8-2459-4AC3-BDA8-D61141164F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PAGE  </a:t>
            </a:r>
            <a:fld id="{93005692-73BE-493E-93AB-ECD6027A7652}" type="slidenum">
              <a:t>‹#›</a:t>
            </a:fld>
            <a:endParaRPr/>
          </a:p>
        </p:txBody>
      </p:sp>
      <p:pic>
        <p:nvPicPr>
          <p:cNvPr id="5" name="Picture 4">
            <a:extLst xmlns:a="http://schemas.openxmlformats.org/drawingml/2006/main">
              <a:ext uri="{FF2B5EF4-FFF2-40B4-BE49-F238E27FC236}">
                <a16:creationId xmlns:a16="http://schemas.microsoft.com/office/drawing/2014/main" id="{70B2B4B0-90B8-4CDB-8056-1AF6F03E305E}"/>
              </a:ext>
            </a:extLst>
          </p:cNvPr>
          <p:cNvPicPr>
            <a:picLocks xmlns:a="http://schemas.openxmlformats.org/drawingml/2006/main" noChangeAspect="1"/>
          </p:cNvPicPr>
          <p:nvPr/>
        </p:nvPicPr>
        <p:blipFill>
          <a:blip xmlns:r="http://schemas.openxmlformats.org/officeDocument/2006/relationships" xmlns:a="http://schemas.openxmlformats.org/drawingml/2006/main" r:embed="R50dc54f435724e14"/>
          <a:srcRect xmlns:a="http://schemas.openxmlformats.org/drawingml/2006/main" l="0" t="0" r="0" b="0"/>
          <a:stretch xmlns:a="http://schemas.openxmlformats.org/drawingml/2006/main"/>
        </p:blipFill>
        <p:spPr>
          <a:xfrm xmlns:a="http://schemas.openxmlformats.org/drawingml/2006/main">
            <a:off x="3047928" y="799131"/>
            <a:ext cx="6096143" cy="4075200"/>
          </a:xfrm>
          <a:prstGeom xmlns:a="http://schemas.openxmlformats.org/drawingml/2006/main" prst="rect">
            <a:avLst/>
          </a:prstGeom>
        </p:spPr>
      </p:pic>
      <p:pic>
        <p:nvPicPr>
          <p:cNvPr id="16" name="Picture 15">
            <a:extLst xmlns:a="http://schemas.openxmlformats.org/drawingml/2006/main">
              <a:ext uri="{FF2B5EF4-FFF2-40B4-BE49-F238E27FC236}">
                <a16:creationId xmlns:a16="http://schemas.microsoft.com/office/drawing/2014/main" id="{C348589D-B192-456D-B3F3-5C496A4678A4}"/>
              </a:ext>
            </a:extLst>
          </p:cNvPr>
          <p:cNvPicPr>
            <a:picLocks xmlns:a="http://schemas.openxmlformats.org/drawingml/2006/main" noChangeAspect="1"/>
          </p:cNvPicPr>
          <p:nvPr/>
        </p:nvPicPr>
        <p:blipFill>
          <a:blip xmlns:r="http://schemas.openxmlformats.org/officeDocument/2006/relationships" xmlns:a="http://schemas.openxmlformats.org/drawingml/2006/main" r:embed="Ra6a0dcfa03844302"/>
          <a:srcRect xmlns:a="http://schemas.openxmlformats.org/drawingml/2006/main" l="0" t="0" r="0" b="0"/>
          <a:stretch xmlns:a="http://schemas.openxmlformats.org/drawingml/2006/main"/>
        </p:blipFill>
        <p:spPr>
          <a:xfrm xmlns:a="http://schemas.openxmlformats.org/drawingml/2006/main">
            <a:off x="5187315" y="4854114"/>
            <a:ext cx="1817370" cy="514350"/>
          </a:xfrm>
          <a:prstGeom xmlns:a="http://schemas.openxmlformats.org/drawingml/2006/main" prst="rect">
            <a:avLst/>
          </a:prstGeom>
        </p:spPr>
      </p:pic>
      <p:pic>
        <p:nvPicPr>
          <p:cNvPr id="17" name="Picture 16">
            <a:extLst xmlns:a="http://schemas.openxmlformats.org/drawingml/2006/main">
              <a:ext uri="{FF2B5EF4-FFF2-40B4-BE49-F238E27FC236}">
                <a16:creationId xmlns:a16="http://schemas.microsoft.com/office/drawing/2014/main" id="{E8EFBE78-CA79-4EB3-BA25-BD2C1F3723B8}"/>
              </a:ext>
            </a:extLst>
          </p:cNvPr>
          <p:cNvPicPr>
            <a:picLocks xmlns:a="http://schemas.openxmlformats.org/drawingml/2006/main" noChangeAspect="1"/>
          </p:cNvPicPr>
          <p:nvPr/>
        </p:nvPicPr>
        <p:blipFill>
          <a:blip xmlns:r="http://schemas.openxmlformats.org/officeDocument/2006/relationships" xmlns:a="http://schemas.openxmlformats.org/drawingml/2006/main" r:embed="R51c1edf289a7465a"/>
          <a:srcRect xmlns:a="http://schemas.openxmlformats.org/drawingml/2006/main" l="0" t="0" r="0" b="0"/>
          <a:stretch xmlns:a="http://schemas.openxmlformats.org/drawingml/2006/main"/>
        </p:blipFill>
        <p:spPr>
          <a:xfrm xmlns:a="http://schemas.openxmlformats.org/drawingml/2006/main">
            <a:off x="4237482" y="5539328"/>
            <a:ext cx="3717036" cy="243459"/>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E1BD5278-A732-132E-D1BB-5FC1F8CDD5E2}"/>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Rectangle 3">
            <a:extLst xmlns:a="http://schemas.openxmlformats.org/drawingml/2006/main">
              <a:ext uri="{FF2B5EF4-FFF2-40B4-BE49-F238E27FC236}">
                <a16:creationId xmlns:a16="http://schemas.microsoft.com/office/drawing/2014/main" id="{0BF4F076-A524-9C72-246E-4632FB7B6835}"/>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6966D408-FB48-5753-CC50-CD16F619FAFA}"/>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B35BE29-48EB-34E3-E99E-5D6ECC453C11}"/>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F53627FE-0E92-6205-F722-7C260F139C8A}"/>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38020db57dc04a2d" /><Relationship Type="http://schemas.openxmlformats.org/officeDocument/2006/relationships/theme" Target="/ppt/slideMasters/theme/theme2.xml" Id="R496d7f2078234edd" /><Relationship Type="http://schemas.openxmlformats.org/officeDocument/2006/relationships/slideLayout" Target="/ppt/slideLayouts/slideLayout1.xml" Id="Rd5bd35d4d4a74edb" /><Relationship Type="http://schemas.openxmlformats.org/officeDocument/2006/relationships/slideLayout" Target="/ppt/slideLayouts/slideLayout2.xml" Id="R5a8c90c90e9d47fd" /><Relationship Type="http://schemas.openxmlformats.org/officeDocument/2006/relationships/slideLayout" Target="/ppt/slideLayouts/slideLayout3.xml" Id="Ra1dc780937194a59" /><Relationship Type="http://schemas.openxmlformats.org/officeDocument/2006/relationships/slideLayout" Target="/ppt/slideLayouts/slideLayout4.xml" Id="Ra9c57aed07974175" /><Relationship Type="http://schemas.openxmlformats.org/officeDocument/2006/relationships/slideLayout" Target="/ppt/slideLayouts/slideLayout5.xml" Id="R0fb77be9cc6841c9" /><Relationship Type="http://schemas.openxmlformats.org/officeDocument/2006/relationships/slideLayout" Target="/ppt/slideLayouts/slideLayout6.xml" Id="R54b0b83912414577" /><Relationship Type="http://schemas.openxmlformats.org/officeDocument/2006/relationships/slideLayout" Target="/ppt/slideLayouts/slideLayout7.xml" Id="R688aa2345fbd4cd2" /><Relationship Type="http://schemas.openxmlformats.org/officeDocument/2006/relationships/slideLayout" Target="/ppt/slideLayouts/slideLayout8.xml" Id="R113be3f6c2f14d30" /><Relationship Type="http://schemas.openxmlformats.org/officeDocument/2006/relationships/slideLayout" Target="/ppt/slideLayouts/slideLayout9.xml" Id="R1a81bcbba5fe4d60" /><Relationship Type="http://schemas.openxmlformats.org/officeDocument/2006/relationships/slideLayout" Target="/ppt/slideLayouts/slideLayout10.xml" Id="R2d8ca064fd2349dd" /><Relationship Type="http://schemas.openxmlformats.org/officeDocument/2006/relationships/slideLayout" Target="/ppt/slideLayouts/slideLayout11.xml" Id="R81ba8ff6cf9548ec" /><Relationship Type="http://schemas.openxmlformats.org/officeDocument/2006/relationships/slideLayout" Target="/ppt/slideLayouts/slideLayout12.xml" Id="R7c175d6e70ea49bc" /><Relationship Type="http://schemas.openxmlformats.org/officeDocument/2006/relationships/slideLayout" Target="/ppt/slideLayouts/slideLayout13.xml" Id="R329d619b2a8d4691" /><Relationship Type="http://schemas.openxmlformats.org/officeDocument/2006/relationships/slideLayout" Target="/ppt/slideLayouts/slideLayout14.xml" Id="R104a43e96db84ea6" /><Relationship Type="http://schemas.openxmlformats.org/officeDocument/2006/relationships/slideLayout" Target="/ppt/slideLayouts/slideLayout15.xml" Id="Rfe4899fb25db47b1" /><Relationship Type="http://schemas.openxmlformats.org/officeDocument/2006/relationships/slideLayout" Target="/ppt/slideLayouts/slideLayout16.xml" Id="R1953e437335f4ffa" /><Relationship Type="http://schemas.openxmlformats.org/officeDocument/2006/relationships/slideLayout" Target="/ppt/slideLayouts/slideLayout17.xml" Id="Raae32edbf32842fc" /><Relationship Type="http://schemas.openxmlformats.org/officeDocument/2006/relationships/slideLayout" Target="/ppt/slideLayouts/slideLayout18.xml" Id="R433f2bfd5afe4146" /><Relationship Type="http://schemas.openxmlformats.org/officeDocument/2006/relationships/slideLayout" Target="/ppt/slideLayouts/slideLayout19.xml" Id="Re4658bf550104bc4" /><Relationship Type="http://schemas.openxmlformats.org/officeDocument/2006/relationships/slideLayout" Target="/ppt/slideLayouts/slideLayout20.xml" Id="R774bbc6102cb4ab1" /><Relationship Type="http://schemas.openxmlformats.org/officeDocument/2006/relationships/slideLayout" Target="/ppt/slideLayouts/slideLayout21.xml" Id="Raacdc63818ec47e2" /><Relationship Type="http://schemas.openxmlformats.org/officeDocument/2006/relationships/slideLayout" Target="/ppt/slideLayouts/slideLayout22.xml" Id="Rae775059dd7042f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11" name="Picture 10">
            <a:extLst xmlns:a="http://schemas.openxmlformats.org/drawingml/2006/main">
              <a:ext uri="{FF2B5EF4-FFF2-40B4-BE49-F238E27FC236}">
                <a16:creationId xmlns:a16="http://schemas.microsoft.com/office/drawing/2014/main" id="{D6B1618F-A538-4B2D-B229-760E7141A908}"/>
              </a:ext>
            </a:extLst>
          </p:cNvPr>
          <p:cNvPicPr>
            <a:picLocks xmlns:a="http://schemas.openxmlformats.org/drawingml/2006/main" noChangeAspect="1"/>
          </p:cNvPicPr>
          <p:nvPr/>
        </p:nvPicPr>
        <p:blipFill>
          <a:blip xmlns:r="http://schemas.openxmlformats.org/officeDocument/2006/relationships" xmlns:a="http://schemas.openxmlformats.org/drawingml/2006/main" r:embed="R38020db57dc04a2d"/>
          <a:srcRect xmlns:a="http://schemas.openxmlformats.org/drawingml/2006/main" l="0" t="0" r="0" b="0"/>
          <a:stretch xmlns:a="http://schemas.openxmlformats.org/drawingml/2006/main"/>
        </p:blipFill>
        <p:spPr>
          <a:xfrm xmlns:a="http://schemas.openxmlformats.org/drawingml/2006/main">
            <a:off x="8819902" y="5992113"/>
            <a:ext cx="3262499" cy="896736"/>
          </a:xfrm>
          <a:prstGeom xmlns:a="http://schemas.openxmlformats.org/drawingml/2006/main" prst="rect">
            <a:avLst/>
          </a:prstGeom>
        </p:spPr>
      </p:pic>
      <p:sp>
        <p:nvSpPr>
          <p:cNvPr id="2" name="Title Placeholder 1">
            <a:extLst xmlns:a="http://schemas.openxmlformats.org/drawingml/2006/main">
              <a:ext uri="{FF2B5EF4-FFF2-40B4-BE49-F238E27FC236}">
                <a16:creationId xmlns:a16="http://schemas.microsoft.com/office/drawing/2014/main" id="{E1CA11AF-4873-499C-8208-EC4032B2ADF5}"/>
              </a:ext>
            </a:extLst>
          </p:cNvPr>
          <p:cNvSpPr>
            <a:spLocks xmlns:a="http://schemas.openxmlformats.org/drawingml/2006/main" noGrp="1"/>
          </p:cNvSpPr>
          <p:nvPr>
            <p:ph type="title" idx="0"/>
          </p:nvPr>
        </p:nvSpPr>
        <p:spPr>
          <a:xfrm xmlns:a="http://schemas.openxmlformats.org/drawingml/2006/main">
            <a:off x="259883" y="434108"/>
            <a:ext cx="11569729" cy="895927"/>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53FFBCD-2C11-4716-A180-6248EDC8AB16}"/>
              </a:ext>
            </a:extLst>
          </p:cNvPr>
          <p:cNvSpPr>
            <a:spLocks xmlns:a="http://schemas.openxmlformats.org/drawingml/2006/main" noGrp="1"/>
          </p:cNvSpPr>
          <p:nvPr>
            <p:ph type="body" idx="1"/>
          </p:nvPr>
        </p:nvSpPr>
        <p:spPr>
          <a:xfrm xmlns:a="http://schemas.openxmlformats.org/drawingml/2006/main">
            <a:off x="259882" y="1413163"/>
            <a:ext cx="11569729" cy="4595117"/>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F8A9967-A1E6-4D34-8462-56022C861666}"/>
              </a:ext>
            </a:extLst>
          </p:cNvPr>
          <p:cNvSpPr>
            <a:spLocks xmlns:a="http://schemas.openxmlformats.org/drawingml/2006/main" noGrp="1"/>
          </p:cNvSpPr>
          <p:nvPr>
            <p:ph type="dt" idx="2"/>
          </p:nvPr>
        </p:nvSpPr>
        <p:spPr>
          <a:xfrm xmlns:a="http://schemas.openxmlformats.org/drawingml/2006/main">
            <a:off x="7538014" y="6335309"/>
            <a:ext cx="1181114" cy="250337"/>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000">
                <a:solidFill>
                  <a:schemeClr val="tx1"/>
                </a:solidFill>
                <a:latin typeface="Verdana"/>
                <a:ea typeface="Verdana"/>
                <a:cs typeface="Verdana"/>
              </a:defRPr>
            </a:lvl1pPr>
          </a:lstStyle>
          <a:p xmlns:a="http://schemas.openxmlformats.org/drawingml/2006/main">
            <a:fld id="{5FDFC970-B950-4395-A833-47227D4A68CA}" type="datetime1">
              <a:t>2/21/24</a:t>
            </a:fld>
            <a:endParaRPr/>
          </a:p>
        </p:txBody>
      </p:sp>
      <p:sp>
        <p:nvSpPr>
          <p:cNvPr id="5" name="Footer Placeholder 4">
            <a:extLst xmlns:a="http://schemas.openxmlformats.org/drawingml/2006/main">
              <a:ext uri="{FF2B5EF4-FFF2-40B4-BE49-F238E27FC236}">
                <a16:creationId xmlns:a16="http://schemas.microsoft.com/office/drawing/2014/main" id="{4D355FB3-B1E1-4FFC-9AEC-82CFA2982344}"/>
              </a:ext>
            </a:extLst>
          </p:cNvPr>
          <p:cNvSpPr>
            <a:spLocks xmlns:a="http://schemas.openxmlformats.org/drawingml/2006/main" noGrp="1"/>
          </p:cNvSpPr>
          <p:nvPr>
            <p:ph type="ftr" idx="3"/>
          </p:nvPr>
        </p:nvSpPr>
        <p:spPr>
          <a:xfrm xmlns:a="http://schemas.openxmlformats.org/drawingml/2006/main">
            <a:off x="259882" y="6335309"/>
            <a:ext cx="5226517" cy="250337"/>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000">
                <a:solidFill>
                  <a:schemeClr val="tx1"/>
                </a:solidFill>
                <a:latin typeface="Verdana"/>
                <a:ea typeface="Verdana"/>
                <a:cs typeface="Verdana"/>
              </a:defRPr>
            </a:lvl1pPr>
          </a:lstStyle>
          <a:p xmlns:a="http://schemas.openxmlformats.org/drawingml/2006/main">
            <a:r>
              <a:t>PRESENTATION TITLE</a:t>
            </a:r>
            <a:endParaRPr/>
          </a:p>
        </p:txBody>
      </p:sp>
      <p:sp>
        <p:nvSpPr>
          <p:cNvPr id="6" name="Slide Number Placeholder 5">
            <a:extLst xmlns:a="http://schemas.openxmlformats.org/drawingml/2006/main">
              <a:ext uri="{FF2B5EF4-FFF2-40B4-BE49-F238E27FC236}">
                <a16:creationId xmlns:a16="http://schemas.microsoft.com/office/drawing/2014/main" id="{09DA431B-96DD-4CCB-B645-F20778876696}"/>
              </a:ext>
            </a:extLst>
          </p:cNvPr>
          <p:cNvSpPr>
            <a:spLocks xmlns:a="http://schemas.openxmlformats.org/drawingml/2006/main" noGrp="1"/>
          </p:cNvSpPr>
          <p:nvPr>
            <p:ph type="sldNum" idx="4"/>
          </p:nvPr>
        </p:nvSpPr>
        <p:spPr>
          <a:xfrm xmlns:a="http://schemas.openxmlformats.org/drawingml/2006/main">
            <a:off x="5588000" y="6335309"/>
            <a:ext cx="1016000" cy="250337"/>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000">
                <a:solidFill>
                  <a:schemeClr val="tx1"/>
                </a:solidFill>
                <a:latin typeface="Verdana"/>
                <a:ea typeface="Verdana"/>
                <a:cs typeface="Verdana"/>
              </a:defRPr>
            </a:lvl1pPr>
          </a:lstStyle>
          <a:p xmlns:a="http://schemas.openxmlformats.org/drawingml/2006/main">
            <a:r>
              <a:t>PAGE  </a:t>
            </a:r>
            <a:fld id="{93005692-73BE-493E-93AB-ECD6027A7652}" type="slidenum">
              <a:t>‹#›</a:t>
            </a:fld>
            <a:endParaRPr/>
          </a:p>
        </p:txBody>
      </p:sp>
      <p:sp>
        <p:nvSpPr>
          <p:cNvPr id="16" name="Rectangle 15">
            <a:extLst xmlns:a="http://schemas.openxmlformats.org/drawingml/2006/main">
              <a:ext uri="{FF2B5EF4-FFF2-40B4-BE49-F238E27FC236}">
                <a16:creationId xmlns:a16="http://schemas.microsoft.com/office/drawing/2014/main" id="{E7085501-7D16-4FA7-8295-477E63873BBD}"/>
              </a:ext>
            </a:extLst>
          </p:cNvPr>
          <p:cNvSpPr>
            <a:spLocks xmlns:a="http://schemas.openxmlformats.org/drawingml/2006/main" noGrp="1"/>
          </p:cNvSpPr>
          <p:nvPr/>
        </p:nvSpPr>
        <p:spPr>
          <a:xfrm xmlns:a="http://schemas.openxmlformats.org/drawingml/2006/main" rot="0" flipH="0" flipV="0">
            <a:off x="1" y="198582"/>
            <a:ext cx="3082197" cy="1985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47060E31-990A-495E-B777-8762A083FDA0}"/>
              </a:ext>
            </a:extLst>
          </p:cNvPr>
          <p:cNvSpPr>
            <a:spLocks xmlns:a="http://schemas.openxmlformats.org/drawingml/2006/main" noGrp="1"/>
          </p:cNvSpPr>
          <p:nvPr/>
        </p:nvSpPr>
        <p:spPr>
          <a:xfrm xmlns:a="http://schemas.openxmlformats.org/drawingml/2006/main" rot="0" flipH="0" flipV="0">
            <a:off x="3050818" y="198582"/>
            <a:ext cx="3047061" cy="1985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A94B65B2-2156-4C27-A4F4-BD6BD8910C93}"/>
              </a:ext>
            </a:extLst>
          </p:cNvPr>
          <p:cNvSpPr>
            <a:spLocks xmlns:a="http://schemas.openxmlformats.org/drawingml/2006/main" noGrp="1"/>
          </p:cNvSpPr>
          <p:nvPr/>
        </p:nvSpPr>
        <p:spPr>
          <a:xfrm xmlns:a="http://schemas.openxmlformats.org/drawingml/2006/main" rot="0" flipH="0" flipV="0">
            <a:off x="6097879" y="198582"/>
            <a:ext cx="3047061" cy="198582"/>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843B83BA-CAE8-42D9-A317-6B77D05D4DFF}"/>
              </a:ext>
            </a:extLst>
          </p:cNvPr>
          <p:cNvSpPr>
            <a:spLocks xmlns:a="http://schemas.openxmlformats.org/drawingml/2006/main" noGrp="1"/>
          </p:cNvSpPr>
          <p:nvPr/>
        </p:nvSpPr>
        <p:spPr>
          <a:xfrm xmlns:a="http://schemas.openxmlformats.org/drawingml/2006/main" rot="0" flipH="0" flipV="0">
            <a:off x="9144939" y="198582"/>
            <a:ext cx="3047061" cy="19858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ctangle 19">
            <a:extLst xmlns:a="http://schemas.openxmlformats.org/drawingml/2006/main">
              <a:ext uri="{FF2B5EF4-FFF2-40B4-BE49-F238E27FC236}">
                <a16:creationId xmlns:a16="http://schemas.microsoft.com/office/drawing/2014/main" id="{96788323-AFB2-4440-AD56-421438465389}"/>
              </a:ext>
            </a:extLst>
          </p:cNvPr>
          <p:cNvSpPr>
            <a:spLocks xmlns:a="http://schemas.openxmlformats.org/drawingml/2006/main" noGrp="1"/>
          </p:cNvSpPr>
          <p:nvPr/>
        </p:nvSpPr>
        <p:spPr>
          <a:xfrm xmlns:a="http://schemas.openxmlformats.org/drawingml/2006/main" rot="0" flipH="0" flipV="0">
            <a:off x="0" y="0"/>
            <a:ext cx="12191999" cy="19858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bd35d4d4a74edb"/>
    <p:sldLayoutId xmlns:r="http://schemas.openxmlformats.org/officeDocument/2006/relationships" id="2147483650" r:id="R5a8c90c90e9d47fd"/>
    <p:sldLayoutId xmlns:r="http://schemas.openxmlformats.org/officeDocument/2006/relationships" id="2147483651" r:id="Ra1dc780937194a59"/>
    <p:sldLayoutId xmlns:r="http://schemas.openxmlformats.org/officeDocument/2006/relationships" id="2147483652" r:id="Ra9c57aed07974175"/>
    <p:sldLayoutId xmlns:r="http://schemas.openxmlformats.org/officeDocument/2006/relationships" id="2147483653" r:id="R0fb77be9cc6841c9"/>
    <p:sldLayoutId xmlns:r="http://schemas.openxmlformats.org/officeDocument/2006/relationships" id="2147483654" r:id="R54b0b83912414577"/>
    <p:sldLayoutId xmlns:r="http://schemas.openxmlformats.org/officeDocument/2006/relationships" id="2147483655" r:id="R688aa2345fbd4cd2"/>
    <p:sldLayoutId xmlns:r="http://schemas.openxmlformats.org/officeDocument/2006/relationships" id="2147483656" r:id="R113be3f6c2f14d30"/>
    <p:sldLayoutId xmlns:r="http://schemas.openxmlformats.org/officeDocument/2006/relationships" id="2147483657" r:id="R1a81bcbba5fe4d60"/>
    <p:sldLayoutId xmlns:r="http://schemas.openxmlformats.org/officeDocument/2006/relationships" id="2147483658" r:id="R2d8ca064fd2349dd"/>
    <p:sldLayoutId xmlns:r="http://schemas.openxmlformats.org/officeDocument/2006/relationships" id="2147483659" r:id="R81ba8ff6cf9548ec"/>
    <p:sldLayoutId xmlns:r="http://schemas.openxmlformats.org/officeDocument/2006/relationships" id="2147483660" r:id="R7c175d6e70ea49bc"/>
    <p:sldLayoutId xmlns:r="http://schemas.openxmlformats.org/officeDocument/2006/relationships" id="2147483661" r:id="R329d619b2a8d4691"/>
    <p:sldLayoutId xmlns:r="http://schemas.openxmlformats.org/officeDocument/2006/relationships" id="2147483662" r:id="R104a43e96db84ea6"/>
    <p:sldLayoutId xmlns:r="http://schemas.openxmlformats.org/officeDocument/2006/relationships" id="2147483663" r:id="Rfe4899fb25db47b1"/>
    <p:sldLayoutId xmlns:r="http://schemas.openxmlformats.org/officeDocument/2006/relationships" id="2147483664" r:id="R1953e437335f4ffa"/>
    <p:sldLayoutId xmlns:r="http://schemas.openxmlformats.org/officeDocument/2006/relationships" id="2147483665" r:id="Raae32edbf32842fc"/>
    <p:sldLayoutId xmlns:r="http://schemas.openxmlformats.org/officeDocument/2006/relationships" id="2147483666" r:id="R433f2bfd5afe4146"/>
    <p:sldLayoutId xmlns:r="http://schemas.openxmlformats.org/officeDocument/2006/relationships" id="2147483667" r:id="Re4658bf550104bc4"/>
    <p:sldLayoutId xmlns:r="http://schemas.openxmlformats.org/officeDocument/2006/relationships" id="2147483668" r:id="R774bbc6102cb4ab1"/>
    <p:sldLayoutId xmlns:r="http://schemas.openxmlformats.org/officeDocument/2006/relationships" id="2147483669" r:id="Raacdc63818ec47e2"/>
    <p:sldLayoutId xmlns:r="http://schemas.openxmlformats.org/officeDocument/2006/relationships" id="2147483670" r:id="Rae775059dd7042ff"/>
  </p:sldLayoutIdLst>
  <p:hf hdr="0" dt="0"/>
  <p:txStyles>
    <p:titleStyle>
      <a:lvl1pPr xmlns:a="http://schemas.openxmlformats.org/drawingml/2006/main" algn="l" defTabSz="914400">
        <a:lnSpc>
          <a:spcPct val="85000"/>
        </a:lnSpc>
        <a:spcBef>
          <a:spcPct val="0"/>
        </a:spcBef>
        <a:buNone/>
        <a:defRPr sz="3600" b="1" kern="1200" spc="50" baseline="0">
          <a:solidFill>
            <a:schemeClr val="tx1"/>
          </a:solidFill>
          <a:latin typeface="+mj-lt"/>
          <a:ea typeface="+mj-lt"/>
          <a:cs typeface="+mj-lt"/>
        </a:defRPr>
      </a:lvl1pPr>
    </p:titleStyle>
    <p:bodyStyle>
      <a:lvl1pPr xmlns:a="http://schemas.openxmlformats.org/drawingml/2006/main" marL="288925" indent="-288925" algn="l" defTabSz="914400">
        <a:lnSpc>
          <a:spcPct val="100000"/>
        </a:lnSpc>
        <a:spcBef>
          <a:spcPts val="800"/>
        </a:spcBef>
        <a:spcAft>
          <a:spcPts val="800"/>
        </a:spcAft>
        <a:buClr>
          <a:schemeClr val="tx1"/>
        </a:buClr>
        <a:buSzPct val="85000"/>
        <a:buFont typeface="Wingdings"/>
        <a:buChar char="§"/>
        <a:defRPr sz="2400" kern="1200">
          <a:solidFill>
            <a:schemeClr val="tx1"/>
          </a:solidFill>
          <a:latin typeface="+mn-lt"/>
          <a:ea typeface="+mn-lt"/>
          <a:cs typeface="+mn-lt"/>
        </a:defRPr>
      </a:lvl1pPr>
      <a:lvl2pPr xmlns:a="http://schemas.openxmlformats.org/drawingml/2006/main" marL="685800" indent="-228600" algn="l" defTabSz="914400">
        <a:lnSpc>
          <a:spcPct val="100000"/>
        </a:lnSpc>
        <a:spcBef>
          <a:spcPts val="800"/>
        </a:spcBef>
        <a:spcAft>
          <a:spcPts val="800"/>
        </a:spcAft>
        <a:buClr>
          <a:schemeClr val="tx1"/>
        </a:buClr>
        <a:buSzPct val="85000"/>
        <a:buFont typeface="Wingdings"/>
        <a:buChar char="§"/>
        <a:defRPr sz="2000" kern="1200">
          <a:solidFill>
            <a:schemeClr val="tx1"/>
          </a:solidFill>
          <a:latin typeface="+mn-lt"/>
          <a:ea typeface="+mn-lt"/>
          <a:cs typeface="+mn-lt"/>
        </a:defRPr>
      </a:lvl2pPr>
      <a:lvl3pPr xmlns:a="http://schemas.openxmlformats.org/drawingml/2006/main" marL="1143000" indent="-228600" algn="l" defTabSz="914400">
        <a:lnSpc>
          <a:spcPct val="100000"/>
        </a:lnSpc>
        <a:spcBef>
          <a:spcPts val="800"/>
        </a:spcBef>
        <a:spcAft>
          <a:spcPts val="800"/>
        </a:spcAft>
        <a:buClr>
          <a:schemeClr val="tx1"/>
        </a:buClr>
        <a:buSzPct val="85000"/>
        <a:buFont typeface="Wingdings"/>
        <a:buChar char="§"/>
        <a:defRPr sz="1800" kern="1200">
          <a:solidFill>
            <a:schemeClr val="tx1"/>
          </a:solidFill>
          <a:latin typeface="+mn-lt"/>
          <a:ea typeface="+mn-lt"/>
          <a:cs typeface="+mn-lt"/>
        </a:defRPr>
      </a:lvl3pPr>
      <a:lvl4pPr xmlns:a="http://schemas.openxmlformats.org/drawingml/2006/main" marL="1600200" indent="-228600" algn="l" defTabSz="914400">
        <a:lnSpc>
          <a:spcPct val="100000"/>
        </a:lnSpc>
        <a:spcBef>
          <a:spcPts val="800"/>
        </a:spcBef>
        <a:spcAft>
          <a:spcPts val="800"/>
        </a:spcAft>
        <a:buClr>
          <a:schemeClr val="tx1"/>
        </a:buClr>
        <a:buSzPct val="85000"/>
        <a:buFont typeface="Wingdings"/>
        <a:buChar char="§"/>
        <a:defRPr sz="1600" kern="1200">
          <a:solidFill>
            <a:schemeClr val="tx1"/>
          </a:solidFill>
          <a:latin typeface="+mn-lt"/>
          <a:ea typeface="+mn-lt"/>
          <a:cs typeface="+mn-lt"/>
        </a:defRPr>
      </a:lvl4pPr>
      <a:lvl5pPr xmlns:a="http://schemas.openxmlformats.org/drawingml/2006/main" marL="2057400" indent="-228600" algn="l" defTabSz="914400">
        <a:lnSpc>
          <a:spcPct val="100000"/>
        </a:lnSpc>
        <a:spcBef>
          <a:spcPts val="800"/>
        </a:spcBef>
        <a:spcAft>
          <a:spcPts val="800"/>
        </a:spcAft>
        <a:buClr>
          <a:schemeClr val="tx1"/>
        </a:buClr>
        <a:buSzPct val="85000"/>
        <a:buFont typeface="Wingdings"/>
        <a:buChar char="§"/>
        <a:defRPr sz="16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ofWaterloo_WhiteBkgrd">
  <a:themeElements>
    <a:clrScheme name="UWaterloo Engineering">
      <a:dk1>
        <a:srgbClr val="000000"/>
      </a:dk1>
      <a:lt1>
        <a:srgbClr val="FFFFFF"/>
      </a:lt1>
      <a:dk2>
        <a:srgbClr val="757575"/>
      </a:dk2>
      <a:lt2>
        <a:srgbClr val="D6D6D6"/>
      </a:lt2>
      <a:accent1>
        <a:srgbClr val="B45DCB"/>
      </a:accent1>
      <a:accent2>
        <a:srgbClr val="0C0C0C"/>
      </a:accent2>
      <a:accent3>
        <a:srgbClr val="865DA4"/>
      </a:accent3>
      <a:accent4>
        <a:srgbClr val="C2A8F0"/>
      </a:accent4>
      <a:accent5>
        <a:srgbClr val="5D0096"/>
      </a:accent5>
      <a:accent6>
        <a:srgbClr val="865DA4"/>
      </a:accent6>
      <a:hlink>
        <a:srgbClr val="5D0096"/>
      </a:hlink>
      <a:folHlink>
        <a:srgbClr val="595959"/>
      </a:folHlink>
    </a:clrScheme>
    <a:fontScheme name="Custom 3">
      <a:majorFont>
        <a:latin typeface="Barlow Condensed"/>
        <a:ea typeface=""/>
        <a:cs typeface=""/>
      </a:majorFont>
      <a:minorFont>
        <a:latin typeface="Georgia"/>
        <a:ea typeface=""/>
        <a:cs typeface=""/>
      </a:minorFont>
    </a:fontScheme>
    <a:fmtScheme name="UWaterloo Engineering">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bc85a2ce4b4210" /><Relationship Type="http://schemas.openxmlformats.org/officeDocument/2006/relationships/notesSlide" Target="/ppt/notesSlides/notesSlide1.xml" Id="R86da763153b241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9.xml" Id="R1b82f9c1e2444333" /><Relationship Type="http://schemas.openxmlformats.org/officeDocument/2006/relationships/notesSlide" Target="/ppt/notesSlides/notesSlide2.xml" Id="Raca42fccd98d42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6ed50daa16f74081" /><Relationship Type="http://schemas.openxmlformats.org/officeDocument/2006/relationships/image" Target="/ppt/media/image7.png" Id="Ra1c8a46cfe0f495c" /><Relationship Type="http://schemas.openxmlformats.org/officeDocument/2006/relationships/notesSlide" Target="/ppt/notesSlides/notesSlide3.xml" Id="Rba6bd39a946643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d8f80af87db549e8" /><Relationship Type="http://schemas.openxmlformats.org/officeDocument/2006/relationships/notesSlide" Target="/ppt/notesSlides/notesSlide4.xml" Id="Rce0f80bc564c44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a03b1b93d2494da5" /><Relationship Type="http://schemas.openxmlformats.org/officeDocument/2006/relationships/notesSlide" Target="/ppt/notesSlides/notesSlide5.xml" Id="Rb54ce249d9a449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9.xml" Id="R32457755b9b4483d" /><Relationship Type="http://schemas.openxmlformats.org/officeDocument/2006/relationships/notesSlide" Target="/ppt/notesSlides/notesSlide6.xml" Id="Rac2aa5b80d9243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e5d63e70743d4bb5" /><Relationship Type="http://schemas.openxmlformats.org/officeDocument/2006/relationships/notesSlide" Target="/ppt/notesSlides/notesSlide7.xml" Id="Red9afc2342c8432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DD22B6-3423-44B8-BA29-1FB30FC3053A}"/>
              </a:ext>
            </a:extLst>
          </p:cNvPr>
          <p:cNvSpPr>
            <a:spLocks xmlns:a="http://schemas.openxmlformats.org/drawingml/2006/main" noGrp="1"/>
          </p:cNvSpPr>
          <p:nvPr>
            <p:ph type="ctrTitle" idx="0"/>
          </p:nvPr>
        </p:nvSpPr>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Barlow Condensed"/>
                <a:ea typeface="Barlow Condensed"/>
                <a:cs typeface="Barlow Condensed"/>
              </a:defRPr>
            </a:defPPr>
          </a:lstStyle>
          <a:p xmlns:a="http://schemas.openxmlformats.org/drawingml/2006/main">
            <a:pPr algn="l">
              <a:defRPr sz="5400" b="1">
                <a:solidFill>
                  <a:srgbClr val="000000"/>
                </a:solidFill>
                <a:latin typeface="Barlow Condensed"/>
                <a:ea typeface="Barlow Condensed"/>
                <a:cs typeface="Barlow Condensed"/>
              </a:defRPr>
            </a:pPr>
            <a:r>
              <a:rPr sz="5400" b="1">
                <a:solidFill>
                  <a:srgbClr val="000000"/>
                </a:solidFill>
                <a:latin typeface="Barlow Condensed"/>
                <a:ea typeface="Barlow Condensed"/>
                <a:cs typeface="Barlow Condensed"/>
              </a:rPr>
              <a:t>SMART DUMBBELL</a:t>
            </a:r>
          </a:p>
          <a:p xmlns:a="http://schemas.openxmlformats.org/drawingml/2006/main">
            <a:pPr algn="l">
              <a:defRPr sz="5400" b="1">
                <a:solidFill>
                  <a:srgbClr val="000000"/>
                </a:solidFill>
                <a:latin typeface="Barlow Condensed"/>
                <a:ea typeface="Barlow Condensed"/>
                <a:cs typeface="Barlow Condensed"/>
              </a:defRPr>
            </a:pPr>
            <a:r>
              <a:rPr sz="5400" b="1">
                <a:solidFill>
                  <a:srgbClr val="000000"/>
                </a:solidFill>
                <a:latin typeface="Barlow Condensed"/>
                <a:ea typeface="Barlow Condensed"/>
                <a:cs typeface="Barlow Condensed"/>
              </a:rPr>
              <a:t>FOR HOME EXERCISE</a:t>
            </a:r>
          </a:p>
        </p:txBody>
      </p:sp>
      <p:sp>
        <p:nvSpPr>
          <p:cNvPr id="3" name="Subtitle 2">
            <a:extLst xmlns:a="http://schemas.openxmlformats.org/drawingml/2006/main">
              <a:ext uri="{FF2B5EF4-FFF2-40B4-BE49-F238E27FC236}">
                <a16:creationId xmlns:a16="http://schemas.microsoft.com/office/drawing/2014/main" id="{742C662B-9D50-4258-AAB8-14B8D8E95345}"/>
              </a:ext>
            </a:extLst>
          </p:cNvPr>
          <p:cNvSpPr>
            <a:spLocks xmlns:a="http://schemas.openxmlformats.org/drawingml/2006/main" noGrp="1"/>
          </p:cNvSpPr>
          <p:nvPr>
            <p:ph type="subTitle" idx="1"/>
          </p:nvPr>
        </p:nvSpPr>
        <p:spPr>
          <a:xfrm xmlns:a="http://schemas.openxmlformats.org/drawingml/2006/main">
            <a:off x="452723" y="4266819"/>
            <a:ext cx="10477500" cy="666560"/>
          </a:xfrm>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Georgia"/>
                <a:ea typeface="Georgia"/>
                <a:cs typeface="Georgia"/>
              </a:defRPr>
            </a:defPPr>
          </a:lstStyle>
          <a:p xmlns:a="http://schemas.openxmlformats.org/drawingml/2006/main">
            <a:pPr algn="l">
              <a:defRPr sz="1500" b="0">
                <a:solidFill>
                  <a:srgbClr val="595959"/>
                </a:solidFill>
                <a:latin typeface="Georgia"/>
                <a:ea typeface="Georgia"/>
                <a:cs typeface="Georgia"/>
              </a:defRPr>
            </a:pPr>
            <a:r>
              <a:rPr sz="1500" b="0">
                <a:solidFill>
                  <a:srgbClr val="595959"/>
                </a:solidFill>
                <a:latin typeface="Georgia"/>
                <a:ea typeface="Georgia"/>
                <a:cs typeface="Georgia"/>
              </a:rPr>
              <a:t>Group 57  |  ECE 198</a:t>
            </a:r>
          </a:p>
          <a:p xmlns:a="http://schemas.openxmlformats.org/drawingml/2006/main">
            <a:pPr algn="l">
              <a:defRPr sz="1500" b="0">
                <a:solidFill>
                  <a:srgbClr val="595959"/>
                </a:solidFill>
                <a:latin typeface="Georgia"/>
                <a:ea typeface="Georgia"/>
                <a:cs typeface="Georgia"/>
              </a:defRPr>
            </a:pPr>
            <a:r>
              <a:rPr sz="1500" b="0">
                <a:solidFill>
                  <a:srgbClr val="595959"/>
                </a:solidFill>
                <a:latin typeface="Georgia"/>
                <a:ea typeface="Georgia"/>
                <a:cs typeface="Georgia"/>
              </a:rPr>
              <a:t>Hanson He, Julia Zhang, Zoe Wang, Eric Zhu</a:t>
            </a:r>
          </a:p>
        </p:txBody>
      </p:sp>
      <p:sp>
        <p:nvSpPr>
          <p:cNvPr id="10" name="Date Placeholder 9">
            <a:extLst xmlns:a="http://schemas.openxmlformats.org/drawingml/2006/main">
              <a:ext uri="{FF2B5EF4-FFF2-40B4-BE49-F238E27FC236}">
                <a16:creationId xmlns:a16="http://schemas.microsoft.com/office/drawing/2014/main" id="{05567B4B-AD23-418D-95A2-081B65992CE0}"/>
              </a:ext>
            </a:extLst>
          </p:cNvPr>
          <p:cNvSpPr>
            <a:spLocks xmlns:a="http://schemas.openxmlformats.org/drawingml/2006/main" noGrp="1"/>
          </p:cNvSpPr>
          <p:nvPr>
            <p:ph type="dt" idx="10"/>
          </p:nvPr>
        </p:nvSpPr>
        <p:spPr/>
        <p:txBody>
          <a:bodyPr xmlns:a="http://schemas.openxmlformats.org/drawingml/2006/main" wrap="square" lIns="0" tIns="0" rIns="0" bIns="0" anchor="ctr">
            <a:noAutofit/>
          </a:bodyPr>
          <a:lstStyle xmlns:a="http://schemas.openxmlformats.org/drawingml/2006/main">
            <a:defPPr algn="ctr">
              <a:defRPr sz="1100" b="0">
                <a:solidFill>
                  <a:srgbClr val="FFFFFF"/>
                </a:solidFill>
                <a:latin typeface="Verdana"/>
                <a:ea typeface="Verdana"/>
                <a:cs typeface="Verdana"/>
              </a:defRPr>
            </a:defPPr>
          </a:lstStyle>
          <a:p xmlns:a="http://schemas.openxmlformats.org/drawingml/2006/main">
            <a:pPr algn="ctr">
              <a:defRPr sz="1100" b="0">
                <a:solidFill>
                  <a:srgbClr val="FFFFFF"/>
                </a:solidFill>
                <a:latin typeface="Verdana"/>
                <a:ea typeface="Verdana"/>
                <a:cs typeface="Verdana"/>
              </a:defRPr>
            </a:pPr>
            <a:r>
              <a:rPr sz="1100" b="0">
                <a:solidFill>
                  <a:srgbClr val="FFFFFF"/>
                </a:solidFill>
                <a:latin typeface="Verdana"/>
                <a:ea typeface="Verdana"/>
                <a:cs typeface="Verdana"/>
              </a:rPr>
              <a:t>18 OCT 2026</a:t>
            </a:r>
            <a:endParaRPr/>
          </a:p>
        </p:txBody>
      </p:sp>
      <p:sp>
        <p:nvSpPr>
          <p:cNvPr id="11" name="Problem focus">
            <a:extLst xmlns:a="http://schemas.openxmlformats.org/drawingml/2006/main">
              <a:ext uri="{FF2B5EF4-FFF2-40B4-BE49-F238E27FC236}">
                <a16:creationId xmlns:a16="http://schemas.microsoft.com/office/drawing/2014/main" id="{BF7DE611-E832-4A1D-8966-A4F82B38A6FE}"/>
              </a:ext>
            </a:extLst>
          </p:cNvPr>
          <p:cNvSpPr>
            <a:spLocks xmlns:a="http://schemas.openxmlformats.org/drawingml/2006/main" noGrp="1"/>
          </p:cNvSpPr>
          <p:nvPr/>
        </p:nvSpPr>
        <p:spPr>
          <a:xfrm xmlns:a="http://schemas.openxmlformats.org/drawingml/2006/main">
            <a:off x="452723" y="325755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Georgia"/>
                <a:ea typeface="Georgia"/>
                <a:cs typeface="Georgia"/>
              </a:defRPr>
            </a:defPPr>
          </a:lstStyle>
          <a:p xmlns:a="http://schemas.openxmlformats.org/drawingml/2006/main">
            <a:pPr algn="l">
              <a:defRPr sz="2025" b="0">
                <a:solidFill>
                  <a:srgbClr val="000000"/>
                </a:solidFill>
                <a:latin typeface="Georgia"/>
                <a:ea typeface="Georgia"/>
                <a:cs typeface="Georgia"/>
              </a:defRPr>
            </a:pPr>
            <a:r>
              <a:rPr sz="2025" b="0">
                <a:solidFill>
                  <a:srgbClr val="000000"/>
                </a:solidFill>
                <a:latin typeface="Georgia"/>
                <a:ea typeface="Georgia"/>
                <a:cs typeface="Georgia"/>
              </a:rPr>
              <a:t>CCCARE participants exercising independently at home</a:t>
            </a:r>
          </a:p>
          <a:p xmlns:a="http://schemas.openxmlformats.org/drawingml/2006/main">
            <a:pPr algn="l">
              <a:defRPr sz="2025" b="0">
                <a:solidFill>
                  <a:srgbClr val="000000"/>
                </a:solidFill>
                <a:latin typeface="Georgia"/>
                <a:ea typeface="Georgia"/>
                <a:cs typeface="Georgia"/>
              </a:defRPr>
            </a:pPr>
            <a:r>
              <a:rPr sz="2025" b="0">
                <a:solidFill>
                  <a:srgbClr val="000000"/>
                </a:solidFill>
                <a:latin typeface="Georgia"/>
                <a:ea typeface="Georgia"/>
                <a:cs typeface="Georgia"/>
              </a:rPr>
              <a:t>Following prescribed targets and recording completed activity</a:t>
            </a:r>
          </a:p>
        </p:txBody>
      </p:sp>
    </p:spTree>
    <p:extLst>
      <p:ext uri="{BB962C8B-B14F-4D97-AF65-F5344CB8AC3E}">
        <p14:creationId xmlns:p14="http://schemas.microsoft.com/office/powerpoint/2010/main" val="1148636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3E7E0F-3461-4D8A-BC9C-B21BB770A885}"/>
              </a:ext>
            </a:extLst>
          </p:cNvPr>
          <p:cNvSpPr>
            <a:spLocks xmlns:a="http://schemas.openxmlformats.org/drawingml/2006/main" noGrp="1"/>
          </p:cNvSpPr>
          <p:nvPr>
            <p:ph type="title" idx="0"/>
          </p:nvPr>
        </p:nvSpPr>
        <p:spPr/>
        <p:txBody>
          <a:bodyPr xmlns:a="http://schemas.openxmlformats.org/drawingml/2006/main" wrap="square" lIns="91440" tIns="45720" rIns="91440" bIns="45720" anchor="t">
            <a:noAutofit/>
          </a:bodyPr>
          <a:lstStyle xmlns:a="http://schemas.openxmlformats.org/drawingml/2006/main">
            <a:defPPr algn="l">
              <a:defRPr sz="3600" b="1">
                <a:solidFill>
                  <a:srgbClr val="000000"/>
                </a:solidFill>
                <a:latin typeface="Barlow Condensed"/>
                <a:ea typeface="Barlow Condensed"/>
                <a:cs typeface="Barlow Condensed"/>
              </a:defRPr>
            </a:defPPr>
          </a:lstStyle>
          <a:p xmlns:a="http://schemas.openxmlformats.org/drawingml/2006/main">
            <a:pPr algn="l">
              <a:defRPr sz="3600" b="1">
                <a:solidFill>
                  <a:srgbClr val="000000"/>
                </a:solidFill>
                <a:latin typeface="Barlow Condensed"/>
                <a:ea typeface="Barlow Condensed"/>
                <a:cs typeface="Barlow Condensed"/>
              </a:defRPr>
            </a:pPr>
            <a:r>
              <a:rPr sz="3600" b="1">
                <a:solidFill>
                  <a:srgbClr val="000000"/>
                </a:solidFill>
                <a:latin typeface="Barlow Condensed"/>
                <a:ea typeface="Barlow Condensed"/>
                <a:cs typeface="Barlow Condensed"/>
              </a:rPr>
              <a:t>TWO CONCEPT SOLUTIONS</a:t>
            </a:r>
          </a:p>
        </p:txBody>
      </p:sp>
      <p:sp>
        <p:nvSpPr>
          <p:cNvPr id="3" name="Content Placeholder 2">
            <a:extLst xmlns:a="http://schemas.openxmlformats.org/drawingml/2006/main">
              <a:ext uri="{FF2B5EF4-FFF2-40B4-BE49-F238E27FC236}">
                <a16:creationId xmlns:a16="http://schemas.microsoft.com/office/drawing/2014/main" id="{D3C52289-79CB-408A-AA76-9E6C02BA2E3D}"/>
              </a:ext>
            </a:extLst>
          </p:cNvPr>
          <p:cNvSpPr>
            <a:spLocks xmlns:a="http://schemas.openxmlformats.org/drawingml/2006/main" noGrp="1"/>
          </p:cNvSpPr>
          <p:nvPr>
            <p:ph idx="1"/>
          </p:nvPr>
        </p:nvSpPr>
        <p:spPr>
          <a:xfrm xmlns:a="http://schemas.openxmlformats.org/drawingml/2006/main">
            <a:off x="352425" y="2495550"/>
            <a:ext cx="5334000" cy="3143250"/>
          </a:xfrm>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Georgia"/>
                <a:ea typeface="Georgia"/>
                <a:cs typeface="Georgia"/>
              </a:defRPr>
            </a:defPPr>
          </a:lstStyle>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Screen shows exercise and target</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Buttons confirm completion</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R4 Minima; USB record transfer</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Simple setup; self-reported activity</a:t>
            </a:r>
          </a:p>
        </p:txBody>
      </p:sp>
      <p:sp>
        <p:nvSpPr>
          <p:cNvPr id="4" name="Content Placeholder 3">
            <a:extLst xmlns:a="http://schemas.openxmlformats.org/drawingml/2006/main">
              <a:ext uri="{FF2B5EF4-FFF2-40B4-BE49-F238E27FC236}">
                <a16:creationId xmlns:a16="http://schemas.microsoft.com/office/drawing/2014/main" id="{4661FBAB-E464-49D8-A4F9-4CDAA6B0CE14}"/>
              </a:ext>
            </a:extLst>
          </p:cNvPr>
          <p:cNvSpPr>
            <a:spLocks xmlns:a="http://schemas.openxmlformats.org/drawingml/2006/main" noGrp="1"/>
          </p:cNvSpPr>
          <p:nvPr>
            <p:ph idx="2"/>
          </p:nvPr>
        </p:nvSpPr>
        <p:spPr>
          <a:xfrm xmlns:a="http://schemas.openxmlformats.org/drawingml/2006/main">
            <a:off x="6257925" y="2495550"/>
            <a:ext cx="5334000" cy="3143250"/>
          </a:xfrm>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Georgia"/>
                <a:ea typeface="Georgia"/>
                <a:cs typeface="Georgia"/>
              </a:defRPr>
            </a:defPPr>
          </a:lstStyle>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Sensor measures movement</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On-device model supports counting</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Nano ESP32; local Wi-Fi records</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Measured activity; more validation</a:t>
            </a:r>
          </a:p>
        </p:txBody>
      </p:sp>
      <p:sp>
        <p:nvSpPr>
          <p:cNvPr id="5" name="Footer Placeholder 4">
            <a:extLst xmlns:a="http://schemas.openxmlformats.org/drawingml/2006/main">
              <a:ext uri="{FF2B5EF4-FFF2-40B4-BE49-F238E27FC236}">
                <a16:creationId xmlns:a16="http://schemas.microsoft.com/office/drawing/2014/main" id="{D1CC45B2-B995-4BED-9546-CA7E19643480}"/>
              </a:ext>
            </a:extLst>
          </p:cNvPr>
          <p:cNvSpPr>
            <a:spLocks xmlns:a="http://schemas.openxmlformats.org/drawingml/2006/main" noGrp="1"/>
          </p:cNvSpPr>
          <p:nvPr>
            <p:ph type="ftr" idx="11"/>
          </p:nvPr>
        </p:nvSpPr>
        <p:spPr/>
        <p:txBody>
          <a:bodyPr xmlns:a="http://schemas.openxmlformats.org/drawingml/2006/main" wrap="square" lIns="0" tIns="0" rIns="0" bIns="0" anchor="t">
            <a:noAutofit/>
          </a:bodyPr>
          <a:lstStyle xmlns:a="http://schemas.openxmlformats.org/drawingml/2006/main">
            <a:defPPr algn="l">
              <a:defRPr sz="1000" b="0">
                <a:solidFill>
                  <a:srgbClr val="000000"/>
                </a:solidFill>
                <a:latin typeface="Verdana"/>
                <a:ea typeface="Verdana"/>
                <a:cs typeface="Verdana"/>
              </a:defRPr>
            </a:defPPr>
          </a:lstStyle>
          <a:p xmlns:a="http://schemas.openxmlformats.org/drawingml/2006/main">
            <a:pPr algn="l">
              <a:defRPr sz="1000" b="0">
                <a:solidFill>
                  <a:srgbClr val="000000"/>
                </a:solidFill>
                <a:latin typeface="Verdana"/>
                <a:ea typeface="Verdana"/>
                <a:cs typeface="Verdana"/>
              </a:defRPr>
            </a:pPr>
            <a:r>
              <a:rPr sz="1000" b="0">
                <a:solidFill>
                  <a:srgbClr val="000000"/>
                </a:solidFill>
                <a:latin typeface="Verdana"/>
                <a:ea typeface="Verdana"/>
                <a:cs typeface="Verdana"/>
              </a:rPr>
              <a:t>SMART DUMBBELL  /  ECE 198  /  GROUP 57</a:t>
            </a:r>
            <a:endParaRPr/>
          </a:p>
        </p:txBody>
      </p:sp>
      <p:sp>
        <p:nvSpPr>
          <p:cNvPr id="6" name="Slide Number Placeholder 5">
            <a:extLst xmlns:a="http://schemas.openxmlformats.org/drawingml/2006/main">
              <a:ext uri="{FF2B5EF4-FFF2-40B4-BE49-F238E27FC236}">
                <a16:creationId xmlns:a16="http://schemas.microsoft.com/office/drawing/2014/main" id="{A112116F-4DB7-41AF-AF3A-8074BFD0C58A}"/>
              </a:ext>
            </a:extLst>
          </p:cNvPr>
          <p:cNvSpPr>
            <a:spLocks xmlns:a="http://schemas.openxmlformats.org/drawingml/2006/main" noGrp="1"/>
          </p:cNvSpPr>
          <p:nvPr>
            <p:ph type="sldNum" idx="12"/>
          </p:nvPr>
        </p:nvSpPr>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Verdana"/>
                <a:ea typeface="Verdana"/>
                <a:cs typeface="Verdana"/>
              </a:defRPr>
            </a:defPPr>
          </a:lstStyle>
          <a:p xmlns:a="http://schemas.openxmlformats.org/drawingml/2006/main">
            <a:pPr algn="ctr">
              <a:defRPr sz="1000" b="0">
                <a:solidFill>
                  <a:srgbClr val="000000"/>
                </a:solidFill>
                <a:latin typeface="Verdana"/>
                <a:ea typeface="Verdana"/>
                <a:cs typeface="Verdana"/>
              </a:defRPr>
            </a:pPr>
            <a:r>
              <a:rPr sz="1000" b="0">
                <a:solidFill>
                  <a:srgbClr val="000000"/>
                </a:solidFill>
                <a:latin typeface="Verdana"/>
                <a:ea typeface="Verdana"/>
                <a:cs typeface="Verdana"/>
              </a:rPr>
              <a:t>PAGE 2</a:t>
            </a:r>
            <a:endParaRPr/>
          </a:p>
        </p:txBody>
      </p:sp>
      <p:sp>
        <p:nvSpPr>
          <p:cNvPr id="7" name="Concept A heading">
            <a:extLst xmlns:a="http://schemas.openxmlformats.org/drawingml/2006/main">
              <a:ext uri="{FF2B5EF4-FFF2-40B4-BE49-F238E27FC236}">
                <a16:creationId xmlns:a16="http://schemas.microsoft.com/office/drawing/2014/main" id="{0D6AF6BD-E5AA-447C-AE0F-69909F8E7CF7}"/>
              </a:ext>
            </a:extLst>
          </p:cNvPr>
          <p:cNvSpPr>
            <a:spLocks xmlns:a="http://schemas.openxmlformats.org/drawingml/2006/main" noGrp="1"/>
          </p:cNvSpPr>
          <p:nvPr/>
        </p:nvSpPr>
        <p:spPr>
          <a:xfrm xmlns:a="http://schemas.openxmlformats.org/drawingml/2006/main">
            <a:off x="352425" y="147637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05A9E"/>
                </a:solidFill>
                <a:latin typeface="Barlow Condensed"/>
                <a:ea typeface="Barlow Condensed"/>
                <a:cs typeface="Barlow Condensed"/>
              </a:defRPr>
            </a:defPPr>
          </a:lstStyle>
          <a:p xmlns:a="http://schemas.openxmlformats.org/drawingml/2006/main">
            <a:pPr algn="l">
              <a:defRPr sz="2700" b="1">
                <a:solidFill>
                  <a:srgbClr val="805A9E"/>
                </a:solidFill>
                <a:latin typeface="Barlow Condensed"/>
                <a:ea typeface="Barlow Condensed"/>
                <a:cs typeface="Barlow Condensed"/>
              </a:defRPr>
            </a:pPr>
            <a:r>
              <a:rPr sz="2700" b="1">
                <a:solidFill>
                  <a:srgbClr val="805A9E"/>
                </a:solidFill>
                <a:latin typeface="Barlow Condensed"/>
                <a:ea typeface="Barlow Condensed"/>
                <a:cs typeface="Barlow Condensed"/>
              </a:rPr>
              <a:t>CONCEPT A</a:t>
            </a:r>
          </a:p>
          <a:p xmlns:a="http://schemas.openxmlformats.org/drawingml/2006/main">
            <a:pPr algn="l">
              <a:defRPr sz="2700" b="1">
                <a:solidFill>
                  <a:srgbClr val="805A9E"/>
                </a:solidFill>
                <a:latin typeface="Barlow Condensed"/>
                <a:ea typeface="Barlow Condensed"/>
                <a:cs typeface="Barlow Condensed"/>
              </a:defRPr>
            </a:pPr>
            <a:r>
              <a:rPr sz="2700" b="1">
                <a:solidFill>
                  <a:srgbClr val="805A9E"/>
                </a:solidFill>
                <a:latin typeface="Barlow Condensed"/>
                <a:ea typeface="Barlow Condensed"/>
                <a:cs typeface="Barlow Condensed"/>
              </a:rPr>
              <a:t>Guided exercise station</a:t>
            </a:r>
          </a:p>
        </p:txBody>
      </p:sp>
      <p:sp>
        <p:nvSpPr>
          <p:cNvPr id="8" name="Concept B heading">
            <a:extLst xmlns:a="http://schemas.openxmlformats.org/drawingml/2006/main">
              <a:ext uri="{FF2B5EF4-FFF2-40B4-BE49-F238E27FC236}">
                <a16:creationId xmlns:a16="http://schemas.microsoft.com/office/drawing/2014/main" id="{322D8640-D70F-4CEB-9C3E-76B99DFDEB84}"/>
              </a:ext>
            </a:extLst>
          </p:cNvPr>
          <p:cNvSpPr>
            <a:spLocks xmlns:a="http://schemas.openxmlformats.org/drawingml/2006/main" noGrp="1"/>
          </p:cNvSpPr>
          <p:nvPr/>
        </p:nvSpPr>
        <p:spPr>
          <a:xfrm xmlns:a="http://schemas.openxmlformats.org/drawingml/2006/main">
            <a:off x="6257925" y="147637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05A9E"/>
                </a:solidFill>
                <a:latin typeface="Barlow Condensed"/>
                <a:ea typeface="Barlow Condensed"/>
                <a:cs typeface="Barlow Condensed"/>
              </a:defRPr>
            </a:defPPr>
          </a:lstStyle>
          <a:p xmlns:a="http://schemas.openxmlformats.org/drawingml/2006/main">
            <a:pPr algn="l">
              <a:defRPr sz="2700" b="1">
                <a:solidFill>
                  <a:srgbClr val="805A9E"/>
                </a:solidFill>
                <a:latin typeface="Barlow Condensed"/>
                <a:ea typeface="Barlow Condensed"/>
                <a:cs typeface="Barlow Condensed"/>
              </a:defRPr>
            </a:pPr>
            <a:r>
              <a:rPr sz="2700" b="1">
                <a:solidFill>
                  <a:srgbClr val="805A9E"/>
                </a:solidFill>
                <a:latin typeface="Barlow Condensed"/>
                <a:ea typeface="Barlow Condensed"/>
                <a:cs typeface="Barlow Condensed"/>
              </a:rPr>
              <a:t>CONCEPT B</a:t>
            </a:r>
          </a:p>
          <a:p xmlns:a="http://schemas.openxmlformats.org/drawingml/2006/main">
            <a:pPr algn="l">
              <a:defRPr sz="2700" b="1">
                <a:solidFill>
                  <a:srgbClr val="805A9E"/>
                </a:solidFill>
                <a:latin typeface="Barlow Condensed"/>
                <a:ea typeface="Barlow Condensed"/>
                <a:cs typeface="Barlow Condensed"/>
              </a:defRPr>
            </a:pPr>
            <a:r>
              <a:rPr sz="2700" b="1">
                <a:solidFill>
                  <a:srgbClr val="805A9E"/>
                </a:solidFill>
                <a:latin typeface="Barlow Condensed"/>
                <a:ea typeface="Barlow Condensed"/>
                <a:cs typeface="Barlow Condensed"/>
              </a:rPr>
              <a:t>Smart dumbbell</a:t>
            </a:r>
          </a:p>
        </p:txBody>
      </p:sp>
      <p:sp>
        <p:nvSpPr>
          <p:cNvPr id="9" name="Selection statement">
            <a:extLst xmlns:a="http://schemas.openxmlformats.org/drawingml/2006/main">
              <a:ext uri="{FF2B5EF4-FFF2-40B4-BE49-F238E27FC236}">
                <a16:creationId xmlns:a16="http://schemas.microsoft.com/office/drawing/2014/main" id="{8D708983-2AF5-4388-A5BD-A4500CEE8530}"/>
              </a:ext>
            </a:extLst>
          </p:cNvPr>
          <p:cNvSpPr>
            <a:spLocks xmlns:a="http://schemas.openxmlformats.org/drawingml/2006/main" noGrp="1"/>
          </p:cNvSpPr>
          <p:nvPr/>
        </p:nvSpPr>
        <p:spPr>
          <a:xfrm xmlns:a="http://schemas.openxmlformats.org/drawingml/2006/main">
            <a:off x="352425" y="57340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805A9E"/>
                </a:solidFill>
                <a:latin typeface="Georgia"/>
                <a:ea typeface="Georgia"/>
                <a:cs typeface="Georgia"/>
              </a:defRPr>
            </a:defPPr>
          </a:lstStyle>
          <a:p xmlns:a="http://schemas.openxmlformats.org/drawingml/2006/main">
            <a:pPr algn="l">
              <a:defRPr sz="1800" b="1">
                <a:solidFill>
                  <a:srgbClr val="805A9E"/>
                </a:solidFill>
                <a:latin typeface="Georgia"/>
                <a:ea typeface="Georgia"/>
                <a:cs typeface="Georgia"/>
              </a:defRPr>
            </a:pPr>
            <a:r>
              <a:rPr sz="1800" b="1">
                <a:solidFill>
                  <a:srgbClr val="805A9E"/>
                </a:solidFill>
                <a:latin typeface="Georgia"/>
                <a:ea typeface="Georgia"/>
                <a:cs typeface="Georgia"/>
              </a:rPr>
              <a:t>Current preference: smart dumbbell, to reduce manual recording.</a:t>
            </a:r>
          </a:p>
        </p:txBody>
      </p:sp>
    </p:spTree>
    <p:extLst>
      <p:ext uri="{BB962C8B-B14F-4D97-AF65-F5344CB8AC3E}">
        <p14:creationId xmlns:p14="http://schemas.microsoft.com/office/powerpoint/2010/main" val="41688136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8D5EB8FF-AF2F-4C62-8D1D-EE299511D799}"/>
              </a:ext>
            </a:extLst>
          </p:cNvPr>
          <p:cNvSpPr>
            <a:spLocks xmlns:a="http://schemas.openxmlformats.org/drawingml/2006/main" noGrp="1"/>
          </p:cNvSpPr>
          <p:nvPr>
            <p:ph type="title" idx="0"/>
          </p:nvPr>
        </p:nvSpPr>
        <p:spPr/>
        <p:txBody>
          <a:bodyPr xmlns:a="http://schemas.openxmlformats.org/drawingml/2006/main" wrap="square" lIns="91440" tIns="45720" rIns="91440" bIns="45720" anchor="t">
            <a:noAutofit/>
          </a:bodyPr>
          <a:lstStyle xmlns:a="http://schemas.openxmlformats.org/drawingml/2006/main">
            <a:defPPr algn="l">
              <a:defRPr sz="3600" b="1">
                <a:solidFill>
                  <a:srgbClr val="000000"/>
                </a:solidFill>
                <a:latin typeface="Barlow Condensed"/>
                <a:ea typeface="Barlow Condensed"/>
                <a:cs typeface="Barlow Condensed"/>
              </a:defRPr>
            </a:defPPr>
          </a:lstStyle>
          <a:p xmlns:a="http://schemas.openxmlformats.org/drawingml/2006/main">
            <a:pPr algn="l">
              <a:defRPr sz="3600" b="1">
                <a:solidFill>
                  <a:srgbClr val="000000"/>
                </a:solidFill>
                <a:latin typeface="Barlow Condensed"/>
                <a:ea typeface="Barlow Condensed"/>
                <a:cs typeface="Barlow Condensed"/>
              </a:defRPr>
            </a:pPr>
            <a:r>
              <a:rPr sz="3600" b="1">
                <a:solidFill>
                  <a:srgbClr val="000000"/>
                </a:solidFill>
                <a:latin typeface="Barlow Condensed"/>
                <a:ea typeface="Barlow Condensed"/>
                <a:cs typeface="Barlow Condensed"/>
              </a:rPr>
              <a:t>SMART DUMBBELL CONCEPT</a:t>
            </a:r>
            <a:endParaRPr/>
          </a:p>
        </p:txBody>
      </p:sp>
      <p:sp>
        <p:nvSpPr>
          <p:cNvPr id="10" name="Content Placeholder 9">
            <a:extLst xmlns:a="http://schemas.openxmlformats.org/drawingml/2006/main">
              <a:ext uri="{FF2B5EF4-FFF2-40B4-BE49-F238E27FC236}">
                <a16:creationId xmlns:a16="http://schemas.microsoft.com/office/drawing/2014/main" id="{63F21F7B-BBC3-45A4-A9B0-7CF622027E0E}"/>
              </a:ext>
            </a:extLst>
          </p:cNvPr>
          <p:cNvSpPr>
            <a:spLocks xmlns:a="http://schemas.openxmlformats.org/drawingml/2006/main" noGrp="1"/>
          </p:cNvSpPr>
          <p:nvPr>
            <p:ph idx="1"/>
          </p:nvPr>
        </p:nvSpPr>
        <p:spPr>
          <a:xfrm xmlns:a="http://schemas.openxmlformats.org/drawingml/2006/main">
            <a:off x="352425" y="1543050"/>
            <a:ext cx="5381625" cy="4000500"/>
          </a:xfrm>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Georgia"/>
                <a:ea typeface="Georgia"/>
                <a:cs typeface="Georgia"/>
              </a:defRPr>
            </a:defPPr>
          </a:lstStyle>
          <a:p xmlns:a="http://schemas.openxmlformats.org/drawingml/2006/main">
            <a:pPr marL="228600" indent="-114300" algn="l">
              <a:spcBef>
                <a:spcPts val="0"/>
              </a:spcBef>
              <a:spcAft>
                <a:spcPts val="1200"/>
              </a:spcAft>
              <a:buFont typeface="Georgia"/>
              <a:buChar char="•"/>
              <a:defRPr sz="1950" b="0">
                <a:solidFill>
                  <a:srgbClr val="000000"/>
                </a:solidFill>
                <a:latin typeface="Georgia"/>
                <a:ea typeface="Georgia"/>
                <a:cs typeface="Georgia"/>
              </a:defRPr>
            </a:pPr>
            <a:r>
              <a:rPr sz="1950" b="0">
                <a:solidFill>
                  <a:srgbClr val="000000"/>
                </a:solidFill>
                <a:latin typeface="Georgia"/>
                <a:ea typeface="Georgia"/>
                <a:cs typeface="Georgia"/>
              </a:rPr>
              <a:t>One exercise: bicep curl</a:t>
            </a:r>
          </a:p>
          <a:p xmlns:a="http://schemas.openxmlformats.org/drawingml/2006/main">
            <a:pPr marL="228600" indent="-114300" algn="l">
              <a:spcBef>
                <a:spcPts val="0"/>
              </a:spcBef>
              <a:spcAft>
                <a:spcPts val="1200"/>
              </a:spcAft>
              <a:buFont typeface="Georgia"/>
              <a:buChar char="•"/>
              <a:defRPr sz="1950" b="0">
                <a:solidFill>
                  <a:srgbClr val="000000"/>
                </a:solidFill>
                <a:latin typeface="Georgia"/>
                <a:ea typeface="Georgia"/>
                <a:cs typeface="Georgia"/>
              </a:defRPr>
            </a:pPr>
            <a:r>
              <a:rPr sz="1950" b="0">
                <a:solidFill>
                  <a:srgbClr val="000000"/>
                </a:solidFill>
                <a:latin typeface="Georgia"/>
                <a:ea typeface="Georgia"/>
                <a:cs typeface="Georgia"/>
              </a:rPr>
              <a:t>Model classes: curl, idle, other</a:t>
            </a:r>
          </a:p>
          <a:p xmlns:a="http://schemas.openxmlformats.org/drawingml/2006/main">
            <a:pPr marL="228600" indent="-114300" algn="l">
              <a:spcBef>
                <a:spcPts val="0"/>
              </a:spcBef>
              <a:spcAft>
                <a:spcPts val="1200"/>
              </a:spcAft>
              <a:buFont typeface="Georgia"/>
              <a:buChar char="•"/>
              <a:defRPr sz="1950" b="0">
                <a:solidFill>
                  <a:srgbClr val="000000"/>
                </a:solidFill>
                <a:latin typeface="Georgia"/>
                <a:ea typeface="Georgia"/>
                <a:cs typeface="Georgia"/>
              </a:defRPr>
            </a:pPr>
            <a:r>
              <a:rPr sz="1950" b="0">
                <a:solidFill>
                  <a:srgbClr val="000000"/>
                </a:solidFill>
                <a:latin typeface="Georgia"/>
                <a:ea typeface="Georgia"/>
                <a:cs typeface="Georgia"/>
              </a:rPr>
              <a:t>Complete movement cycles count as repetitions</a:t>
            </a:r>
          </a:p>
          <a:p xmlns:a="http://schemas.openxmlformats.org/drawingml/2006/main">
            <a:pPr marL="228600" indent="-114300" algn="l">
              <a:spcBef>
                <a:spcPts val="0"/>
              </a:spcBef>
              <a:spcAft>
                <a:spcPts val="1200"/>
              </a:spcAft>
              <a:buFont typeface="Georgia"/>
              <a:buChar char="•"/>
              <a:defRPr sz="1950" b="0">
                <a:solidFill>
                  <a:srgbClr val="000000"/>
                </a:solidFill>
                <a:latin typeface="Georgia"/>
                <a:ea typeface="Georgia"/>
                <a:cs typeface="Georgia"/>
              </a:defRPr>
            </a:pPr>
            <a:r>
              <a:rPr sz="1950" b="0">
                <a:solidFill>
                  <a:srgbClr val="000000"/>
                </a:solidFill>
                <a:latin typeface="Georgia"/>
                <a:ea typeface="Georgia"/>
                <a:cs typeface="Georgia"/>
              </a:rPr>
              <a:t>OLED shows progress toward the target</a:t>
            </a:r>
          </a:p>
          <a:p xmlns:a="http://schemas.openxmlformats.org/drawingml/2006/main">
            <a:pPr marL="228600" indent="-114300" algn="l">
              <a:spcBef>
                <a:spcPts val="0"/>
              </a:spcBef>
              <a:spcAft>
                <a:spcPts val="1200"/>
              </a:spcAft>
              <a:buFont typeface="Georgia"/>
              <a:buChar char="•"/>
              <a:defRPr sz="1950" b="0">
                <a:solidFill>
                  <a:srgbClr val="000000"/>
                </a:solidFill>
                <a:latin typeface="Georgia"/>
                <a:ea typeface="Georgia"/>
                <a:cs typeface="Georgia"/>
              </a:defRPr>
            </a:pPr>
            <a:r>
              <a:rPr sz="1950" b="0">
                <a:solidFill>
                  <a:srgbClr val="000000"/>
                </a:solidFill>
                <a:latin typeface="Georgia"/>
                <a:ea typeface="Georgia"/>
                <a:cs typeface="Georgia"/>
              </a:rPr>
              <a:t>Heart rate during movement: to be validated</a:t>
            </a:r>
          </a:p>
        </p:txBody>
      </p:sp>
      <p:sp>
        <p:nvSpPr>
          <p:cNvPr id="6" name="Footer Placeholder 5">
            <a:extLst xmlns:a="http://schemas.openxmlformats.org/drawingml/2006/main">
              <a:ext uri="{FF2B5EF4-FFF2-40B4-BE49-F238E27FC236}">
                <a16:creationId xmlns:a16="http://schemas.microsoft.com/office/drawing/2014/main" id="{77D38E1E-243F-4F64-848B-5DBFAF055DDC}"/>
              </a:ext>
            </a:extLst>
          </p:cNvPr>
          <p:cNvSpPr>
            <a:spLocks xmlns:a="http://schemas.openxmlformats.org/drawingml/2006/main" noGrp="1"/>
          </p:cNvSpPr>
          <p:nvPr>
            <p:ph type="ftr" idx="11"/>
          </p:nvPr>
        </p:nvSpPr>
        <p:spPr/>
        <p:txBody>
          <a:bodyPr xmlns:a="http://schemas.openxmlformats.org/drawingml/2006/main" wrap="square" lIns="0" tIns="0" rIns="0" bIns="0" anchor="t">
            <a:noAutofit/>
          </a:bodyPr>
          <a:lstStyle xmlns:a="http://schemas.openxmlformats.org/drawingml/2006/main">
            <a:defPPr algn="l">
              <a:defRPr sz="1000" b="0">
                <a:solidFill>
                  <a:srgbClr val="000000"/>
                </a:solidFill>
                <a:latin typeface="Verdana"/>
                <a:ea typeface="Verdana"/>
                <a:cs typeface="Verdana"/>
              </a:defRPr>
            </a:defPPr>
          </a:lstStyle>
          <a:p xmlns:a="http://schemas.openxmlformats.org/drawingml/2006/main">
            <a:pPr algn="l">
              <a:defRPr sz="1000" b="0">
                <a:solidFill>
                  <a:srgbClr val="000000"/>
                </a:solidFill>
                <a:latin typeface="Verdana"/>
                <a:ea typeface="Verdana"/>
                <a:cs typeface="Verdana"/>
              </a:defRPr>
            </a:pPr>
            <a:r>
              <a:rPr sz="1000" b="0">
                <a:solidFill>
                  <a:srgbClr val="000000"/>
                </a:solidFill>
                <a:latin typeface="Verdana"/>
                <a:ea typeface="Verdana"/>
                <a:cs typeface="Verdana"/>
              </a:rPr>
              <a:t>SMART DUMBBELL  /  ECE 198  /  GROUP 57</a:t>
            </a:r>
            <a:endParaRPr/>
          </a:p>
        </p:txBody>
      </p:sp>
      <p:sp>
        <p:nvSpPr>
          <p:cNvPr id="7" name="Slide Number Placeholder 6">
            <a:extLst xmlns:a="http://schemas.openxmlformats.org/drawingml/2006/main">
              <a:ext uri="{FF2B5EF4-FFF2-40B4-BE49-F238E27FC236}">
                <a16:creationId xmlns:a16="http://schemas.microsoft.com/office/drawing/2014/main" id="{288025D5-BF21-4C6C-B478-6CD65AF7961F}"/>
              </a:ext>
            </a:extLst>
          </p:cNvPr>
          <p:cNvSpPr>
            <a:spLocks xmlns:a="http://schemas.openxmlformats.org/drawingml/2006/main" noGrp="1"/>
          </p:cNvSpPr>
          <p:nvPr>
            <p:ph type="sldNum" idx="12"/>
          </p:nvPr>
        </p:nvSpPr>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Verdana"/>
                <a:ea typeface="Verdana"/>
                <a:cs typeface="Verdana"/>
              </a:defRPr>
            </a:defPPr>
          </a:lstStyle>
          <a:p xmlns:a="http://schemas.openxmlformats.org/drawingml/2006/main">
            <a:pPr algn="ctr">
              <a:defRPr sz="1000" b="0">
                <a:solidFill>
                  <a:srgbClr val="000000"/>
                </a:solidFill>
                <a:latin typeface="Verdana"/>
                <a:ea typeface="Verdana"/>
                <a:cs typeface="Verdana"/>
              </a:defRPr>
            </a:pPr>
            <a:r>
              <a:rPr sz="1000" b="0">
                <a:solidFill>
                  <a:srgbClr val="000000"/>
                </a:solidFill>
                <a:latin typeface="Verdana"/>
                <a:ea typeface="Verdana"/>
                <a:cs typeface="Verdana"/>
              </a:rPr>
              <a:t>PAGE 3</a:t>
            </a:r>
            <a:endParaRPr/>
          </a:p>
        </p:txBody>
      </p:sp>
      <p:pic>
        <p:nvPicPr>
          <p:cNvPr id="12" name="Picture 11">
            <a:extLst xmlns:a="http://schemas.openxmlformats.org/drawingml/2006/main">
              <a:ext uri="{FF2B5EF4-FFF2-40B4-BE49-F238E27FC236}">
                <a16:creationId xmlns:a16="http://schemas.microsoft.com/office/drawing/2014/main" id="{AC12F010-FCE9-49BE-B67C-B91785E3CF1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1c8a46cfe0f495c"/>
          <a:srcRect xmlns:a="http://schemas.openxmlformats.org/drawingml/2006/main" l="0" t="0" r="0" b="0"/>
          <a:stretch xmlns:a="http://schemas.openxmlformats.org/drawingml/2006/main"/>
        </p:blipFill>
        <p:spPr>
          <a:xfrm xmlns:a="http://schemas.openxmlformats.org/drawingml/2006/main">
            <a:off x="6096000" y="1714500"/>
            <a:ext cx="5619750" cy="3571875"/>
          </a:xfrm>
          <a:prstGeom xmlns:a="http://schemas.openxmlformats.org/drawingml/2006/main" prst="rect">
            <a:avLst/>
          </a:prstGeom>
        </p:spPr>
      </p:pic>
      <p:sp>
        <p:nvSpPr>
          <p:cNvPr id="13" name="Content Placeholder 10">
            <a:extLst xmlns:a="http://schemas.openxmlformats.org/drawingml/2006/main">
              <a:ext uri="{FF2B5EF4-FFF2-40B4-BE49-F238E27FC236}">
                <a16:creationId xmlns:a16="http://schemas.microsoft.com/office/drawing/2014/main" id="{36AAB5AE-59E7-7646-A1E4-FBDE2C017953}"/>
              </a:ext>
            </a:extLst>
          </p:cNvPr>
          <p:cNvSpPr>
            <a:spLocks xmlns:a="http://schemas.openxmlformats.org/drawingml/2006/main" noGrp="1"/>
          </p:cNvSpPr>
          <p:nvPr/>
        </p:nvSpPr>
        <p:spPr>
          <a:xfrm xmlns:a="http://schemas.openxmlformats.org/drawingml/2006/main">
            <a:off x="6096000" y="5381625"/>
            <a:ext cx="5619750" cy="5715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defPPr algn="l">
              <a:defRPr sz="1275" b="0">
                <a:solidFill>
                  <a:srgbClr val="595959"/>
                </a:solidFill>
                <a:latin typeface="Verdana"/>
                <a:ea typeface="Verdana"/>
                <a:cs typeface="Verdana"/>
              </a:defRPr>
            </a:defPPr>
            <a:lvl1pPr marL="0" algn="ctr" defTabSz="914400">
              <a:buNone/>
              <a:defRPr sz="1000" kern="1200">
                <a:solidFill>
                  <a:schemeClr val="tx1"/>
                </a:solidFill>
                <a:latin typeface="Verdana"/>
                <a:ea typeface="Verdana"/>
                <a:cs typeface="Verdana"/>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l">
              <a:buNone/>
              <a:defRPr sz="1275" b="0">
                <a:solidFill>
                  <a:srgbClr val="595959"/>
                </a:solidFill>
                <a:latin typeface="Verdana"/>
                <a:ea typeface="Verdana"/>
                <a:cs typeface="Verdana"/>
              </a:defRPr>
            </a:pPr>
            <a:r>
              <a:rPr sz="1275" b="0">
                <a:solidFill>
                  <a:srgbClr val="595959"/>
                </a:solidFill>
                <a:latin typeface="Verdana"/>
                <a:ea typeface="Verdana"/>
                <a:cs typeface="Verdana"/>
              </a:rPr>
              <a:t>AI-generated concept image; component fit is not yet verified.</a:t>
            </a:r>
            <a:endParaRPr sz="900">
              <a:solidFill>
                <a:schemeClr val="bg1"/>
              </a:solidFill>
            </a:endParaRPr>
          </a:p>
        </p:txBody>
      </p:sp>
    </p:spTree>
    <p:extLst>
      <p:ext uri="{BB962C8B-B14F-4D97-AF65-F5344CB8AC3E}">
        <p14:creationId xmlns:p14="http://schemas.microsoft.com/office/powerpoint/2010/main" val="35818215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C54B6A-755E-4EF7-B340-2A606D60F7A6}"/>
              </a:ext>
            </a:extLst>
          </p:cNvPr>
          <p:cNvSpPr>
            <a:spLocks xmlns:a="http://schemas.openxmlformats.org/drawingml/2006/main" noGrp="1"/>
          </p:cNvSpPr>
          <p:nvPr>
            <p:ph type="title" idx="0"/>
          </p:nvPr>
        </p:nvSpPr>
        <p:spPr/>
        <p:txBody>
          <a:bodyPr xmlns:a="http://schemas.openxmlformats.org/drawingml/2006/main" wrap="square" lIns="91440" tIns="45720" rIns="91440" bIns="45720" anchor="t">
            <a:noAutofit/>
          </a:bodyPr>
          <a:lstStyle xmlns:a="http://schemas.openxmlformats.org/drawingml/2006/main">
            <a:defPPr algn="l">
              <a:defRPr sz="3600" b="1">
                <a:solidFill>
                  <a:srgbClr val="000000"/>
                </a:solidFill>
                <a:latin typeface="Barlow Condensed"/>
                <a:ea typeface="Barlow Condensed"/>
                <a:cs typeface="Barlow Condensed"/>
              </a:defRPr>
            </a:defPPr>
          </a:lstStyle>
          <a:p xmlns:a="http://schemas.openxmlformats.org/drawingml/2006/main">
            <a:pPr algn="l">
              <a:defRPr sz="3600" b="1">
                <a:solidFill>
                  <a:srgbClr val="000000"/>
                </a:solidFill>
                <a:latin typeface="Barlow Condensed"/>
                <a:ea typeface="Barlow Condensed"/>
                <a:cs typeface="Barlow Condensed"/>
              </a:defRPr>
            </a:pPr>
            <a:r>
              <a:rPr sz="3600" b="1">
                <a:solidFill>
                  <a:srgbClr val="000000"/>
                </a:solidFill>
                <a:latin typeface="Barlow Condensed"/>
                <a:ea typeface="Barlow Condensed"/>
                <a:cs typeface="Barlow Condensed"/>
              </a:rPr>
              <a:t>HARDWARE AND BUDGET</a:t>
            </a:r>
          </a:p>
        </p:txBody>
      </p:sp>
      <p:sp>
        <p:nvSpPr>
          <p:cNvPr id="6" name="Footer Placeholder 5">
            <a:extLst xmlns:a="http://schemas.openxmlformats.org/drawingml/2006/main">
              <a:ext uri="{FF2B5EF4-FFF2-40B4-BE49-F238E27FC236}">
                <a16:creationId xmlns:a16="http://schemas.microsoft.com/office/drawing/2014/main" id="{5E0A037D-4C47-43A9-BB5E-0388B8B2315D}"/>
              </a:ext>
            </a:extLst>
          </p:cNvPr>
          <p:cNvSpPr>
            <a:spLocks xmlns:a="http://schemas.openxmlformats.org/drawingml/2006/main" noGrp="1"/>
          </p:cNvSpPr>
          <p:nvPr>
            <p:ph type="ftr" idx="11"/>
          </p:nvPr>
        </p:nvSpPr>
        <p:spPr/>
        <p:txBody>
          <a:bodyPr xmlns:a="http://schemas.openxmlformats.org/drawingml/2006/main" wrap="square" lIns="0" tIns="0" rIns="0" bIns="0" anchor="t">
            <a:noAutofit/>
          </a:bodyPr>
          <a:lstStyle xmlns:a="http://schemas.openxmlformats.org/drawingml/2006/main">
            <a:defPPr algn="l">
              <a:defRPr sz="1000" b="0">
                <a:solidFill>
                  <a:srgbClr val="000000"/>
                </a:solidFill>
                <a:latin typeface="Verdana"/>
                <a:ea typeface="Verdana"/>
                <a:cs typeface="Verdana"/>
              </a:defRPr>
            </a:defPPr>
          </a:lstStyle>
          <a:p xmlns:a="http://schemas.openxmlformats.org/drawingml/2006/main">
            <a:pPr algn="l">
              <a:defRPr sz="1000" b="0">
                <a:solidFill>
                  <a:srgbClr val="000000"/>
                </a:solidFill>
                <a:latin typeface="Verdana"/>
                <a:ea typeface="Verdana"/>
                <a:cs typeface="Verdana"/>
              </a:defRPr>
            </a:pPr>
            <a:r>
              <a:rPr sz="1000" b="0">
                <a:solidFill>
                  <a:srgbClr val="000000"/>
                </a:solidFill>
                <a:latin typeface="Verdana"/>
                <a:ea typeface="Verdana"/>
                <a:cs typeface="Verdana"/>
              </a:rPr>
              <a:t>SMART DUMBBELL  /  ECE 198  /  GROUP 57</a:t>
            </a:r>
            <a:endParaRPr/>
          </a:p>
        </p:txBody>
      </p:sp>
      <p:sp>
        <p:nvSpPr>
          <p:cNvPr id="7" name="Slide Number Placeholder 6">
            <a:extLst xmlns:a="http://schemas.openxmlformats.org/drawingml/2006/main">
              <a:ext uri="{FF2B5EF4-FFF2-40B4-BE49-F238E27FC236}">
                <a16:creationId xmlns:a16="http://schemas.microsoft.com/office/drawing/2014/main" id="{F44A891E-F590-47FC-B4A8-C368DCB142AE}"/>
              </a:ext>
            </a:extLst>
          </p:cNvPr>
          <p:cNvSpPr>
            <a:spLocks xmlns:a="http://schemas.openxmlformats.org/drawingml/2006/main" noGrp="1"/>
          </p:cNvSpPr>
          <p:nvPr>
            <p:ph type="sldNum" idx="12"/>
          </p:nvPr>
        </p:nvSpPr>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Verdana"/>
                <a:ea typeface="Verdana"/>
                <a:cs typeface="Verdana"/>
              </a:defRPr>
            </a:defPPr>
          </a:lstStyle>
          <a:p xmlns:a="http://schemas.openxmlformats.org/drawingml/2006/main">
            <a:pPr algn="ctr">
              <a:defRPr sz="1000" b="0">
                <a:solidFill>
                  <a:srgbClr val="000000"/>
                </a:solidFill>
                <a:latin typeface="Verdana"/>
                <a:ea typeface="Verdana"/>
                <a:cs typeface="Verdana"/>
              </a:defRPr>
            </a:pPr>
            <a:r>
              <a:rPr sz="1000" b="0">
                <a:solidFill>
                  <a:srgbClr val="000000"/>
                </a:solidFill>
                <a:latin typeface="Verdana"/>
                <a:ea typeface="Verdana"/>
                <a:cs typeface="Verdana"/>
              </a:rPr>
              <a:t>PAGE 4</a:t>
            </a:r>
            <a:endParaRPr/>
          </a:p>
        </p:txBody>
      </p:sp>
      <p:graphicFrame>
        <p:nvGraphicFramePr>
          <p:cNvPr id="8" name="">
            <a:extLst xmlns:a="http://schemas.openxmlformats.org/drawingml/2006/main">
              <a:ext uri="{FF2B5EF4-FFF2-40B4-BE49-F238E27FC236}">
                <a16:creationId xmlns:a16="http://schemas.microsoft.com/office/drawing/2014/main" id="{CAC12F49-F6AE-4F47-B218-3D91594C69AE}"/>
              </a:ext>
            </a:extLst>
          </p:cNvPr>
          <p:cNvGraphicFramePr/>
          <p:nvPr/>
        </p:nvGraphicFramePr>
        <p:xfrm>
          <a:off xmlns:a="http://schemas.openxmlformats.org/drawingml/2006/main" x="352425" y="1504950"/>
          <a:ext xmlns:a="http://schemas.openxmlformats.org/drawingml/2006/main" cx="11363325" cy="3790950"/>
        </p:xfrm>
        <a:graphic xmlns:a="http://schemas.openxmlformats.org/drawingml/2006/main">
          <a:graphicData uri="http://schemas.openxmlformats.org/drawingml/2006/table">
            <a:tbl>
              <a:tblPr/>
              <a:tblGrid>
                <a:gridCol w="3238500"/>
                <a:gridCol w="952500"/>
                <a:gridCol w="7172325"/>
              </a:tblGrid>
              <a:tr h="541564">
                <a:tc>
                  <a:txBody>
                    <a:bodyPr wrap="square" lIns="0" tIns="0" rIns="0" bIns="0">
                      <a:noAutofit/>
                    </a:bodyPr>
                    <a:lstStyle/>
                    <a:p>
                      <a:pPr algn="l"/>
                      <a:r>
                        <a:rPr sz="1725" b="1">
                          <a:solidFill>
                            <a:srgbClr val="FFFFFF"/>
                          </a:solidFill>
                          <a:latin typeface="Georgia"/>
                          <a:ea typeface="Georgia"/>
                          <a:cs typeface="Georgia"/>
                        </a:rPr>
                        <a:t>Item</a:t>
                      </a:r>
                    </a:p>
                  </a:txBody>
                  <a:tcPr marL="114300" marR="114300" marT="85725" marB="85725" anchor="ctr">
                    <a:lnL w="7144">
                      <a:solidFill>
                        <a:srgbClr val="D9D9D9"/>
                      </a:solidFill>
                      <a:prstDash val="solid"/>
                    </a:lnL>
                    <a:lnR w="7144">
                      <a:solidFill>
                        <a:srgbClr val="D9D9D9"/>
                      </a:solidFill>
                      <a:prstDash val="solid"/>
                    </a:lnR>
                    <a:lnT w="7144">
                      <a:solidFill>
                        <a:srgbClr val="D9D9D9"/>
                      </a:solidFill>
                      <a:prstDash val="solid"/>
                    </a:lnT>
                    <a:lnB w="7144">
                      <a:solidFill>
                        <a:srgbClr val="D9D9D9"/>
                      </a:solidFill>
                      <a:prstDash val="solid"/>
                    </a:lnB>
                    <a:solidFill>
                      <a:srgbClr val="805A9E"/>
                    </a:solidFill>
                  </a:tcPr>
                </a:tc>
                <a:tc>
                  <a:txBody>
                    <a:bodyPr wrap="square" lIns="0" tIns="0" rIns="0" bIns="0">
                      <a:noAutofit/>
                    </a:bodyPr>
                    <a:lstStyle/>
                    <a:p>
                      <a:pPr algn="ctr"/>
                      <a:r>
                        <a:rPr sz="1725" b="1">
                          <a:solidFill>
                            <a:srgbClr val="FFFFFF"/>
                          </a:solidFill>
                          <a:latin typeface="Georgia"/>
                          <a:ea typeface="Georgia"/>
                          <a:cs typeface="Georgia"/>
                        </a:rPr>
                        <a:t>Qty.</a:t>
                      </a:r>
                    </a:p>
                  </a:txBody>
                  <a:tcPr marL="114300" marR="114300" marT="85725" marB="85725" anchor="ctr">
                    <a:lnR w="7144">
                      <a:solidFill>
                        <a:srgbClr val="D9D9D9"/>
                      </a:solidFill>
                      <a:prstDash val="solid"/>
                    </a:lnR>
                    <a:lnT w="7144">
                      <a:solidFill>
                        <a:srgbClr val="D9D9D9"/>
                      </a:solidFill>
                      <a:prstDash val="solid"/>
                    </a:lnT>
                    <a:lnB w="7144">
                      <a:solidFill>
                        <a:srgbClr val="D9D9D9"/>
                      </a:solidFill>
                      <a:prstDash val="solid"/>
                    </a:lnB>
                    <a:solidFill>
                      <a:srgbClr val="805A9E"/>
                    </a:solidFill>
                  </a:tcPr>
                </a:tc>
                <a:tc>
                  <a:txBody>
                    <a:bodyPr wrap="square" lIns="0" tIns="0" rIns="0" bIns="0">
                      <a:noAutofit/>
                    </a:bodyPr>
                    <a:lstStyle/>
                    <a:p>
                      <a:pPr algn="l"/>
                      <a:r>
                        <a:rPr sz="1725" b="1">
                          <a:solidFill>
                            <a:srgbClr val="FFFFFF"/>
                          </a:solidFill>
                          <a:latin typeface="Georgia"/>
                          <a:ea typeface="Georgia"/>
                          <a:cs typeface="Georgia"/>
                        </a:rPr>
                        <a:t>Source and purpose</a:t>
                      </a:r>
                    </a:p>
                  </a:txBody>
                  <a:tcPr marL="114300" marR="114300" marT="85725" marB="85725" anchor="ctr">
                    <a:lnR w="7144">
                      <a:solidFill>
                        <a:srgbClr val="D9D9D9"/>
                      </a:solidFill>
                      <a:prstDash val="solid"/>
                    </a:lnR>
                    <a:lnT w="7144">
                      <a:solidFill>
                        <a:srgbClr val="D9D9D9"/>
                      </a:solidFill>
                      <a:prstDash val="solid"/>
                    </a:lnT>
                    <a:lnB w="7144">
                      <a:solidFill>
                        <a:srgbClr val="D9D9D9"/>
                      </a:solidFill>
                      <a:prstDash val="solid"/>
                    </a:lnB>
                    <a:solidFill>
                      <a:srgbClr val="805A9E"/>
                    </a:solidFill>
                  </a:tcPr>
                </a:tc>
              </a:tr>
              <a:tr h="541564">
                <a:tc>
                  <a:txBody>
                    <a:bodyPr wrap="square" lIns="0" tIns="0" rIns="0" bIns="0">
                      <a:noAutofit/>
                    </a:bodyPr>
                    <a:lstStyle/>
                    <a:p>
                      <a:pPr algn="l"/>
                      <a:r>
                        <a:rPr sz="1725" b="0">
                          <a:solidFill>
                            <a:srgbClr val="000000"/>
                          </a:solidFill>
                          <a:latin typeface="Georgia"/>
                          <a:ea typeface="Georgia"/>
                          <a:cs typeface="Georgia"/>
                        </a:rPr>
                        <a:t>R4 Minima</a:t>
                      </a:r>
                    </a:p>
                  </a:txBody>
                  <a:tcPr marL="114300" marR="114300" marT="85725" marB="85725" anchor="ctr">
                    <a:lnL w="7144">
                      <a:solidFill>
                        <a:srgbClr val="D9D9D9"/>
                      </a:solidFill>
                      <a:prstDash val="solid"/>
                    </a:lnL>
                    <a:lnR w="7144">
                      <a:solidFill>
                        <a:srgbClr val="D9D9D9"/>
                      </a:solidFill>
                      <a:prstDash val="solid"/>
                    </a:lnR>
                    <a:lnB w="7144">
                      <a:solidFill>
                        <a:srgbClr val="D9D9D9"/>
                      </a:solidFill>
                      <a:prstDash val="solid"/>
                    </a:lnB>
                    <a:solidFill>
                      <a:srgbClr val="F4F0F7"/>
                    </a:solidFill>
                  </a:tcPr>
                </a:tc>
                <a:tc>
                  <a:txBody>
                    <a:bodyPr wrap="square" lIns="0" tIns="0" rIns="0" bIns="0">
                      <a:noAutofit/>
                    </a:bodyPr>
                    <a:lstStyle/>
                    <a:p>
                      <a:pPr algn="ctr"/>
                      <a:r>
                        <a:rPr sz="1725" b="0">
                          <a:solidFill>
                            <a:srgbClr val="000000"/>
                          </a:solidFill>
                          <a:latin typeface="Georgia"/>
                          <a:ea typeface="Georgia"/>
                          <a:cs typeface="Georgia"/>
                        </a:rPr>
                        <a:t>1</a:t>
                      </a:r>
                    </a:p>
                  </a:txBody>
                  <a:tcPr marL="114300" marR="114300" marT="85725" marB="85725" anchor="ctr">
                    <a:lnR w="7144">
                      <a:solidFill>
                        <a:srgbClr val="D9D9D9"/>
                      </a:solidFill>
                      <a:prstDash val="solid"/>
                    </a:lnR>
                    <a:lnB w="7144">
                      <a:solidFill>
                        <a:srgbClr val="D9D9D9"/>
                      </a:solidFill>
                      <a:prstDash val="solid"/>
                    </a:lnB>
                    <a:solidFill>
                      <a:srgbClr val="F4F0F7"/>
                    </a:solidFill>
                  </a:tcPr>
                </a:tc>
                <a:tc>
                  <a:txBody>
                    <a:bodyPr wrap="square" lIns="0" tIns="0" rIns="0" bIns="0">
                      <a:noAutofit/>
                    </a:bodyPr>
                    <a:lstStyle/>
                    <a:p>
                      <a:pPr algn="l"/>
                      <a:r>
                        <a:rPr sz="1725" b="0">
                          <a:solidFill>
                            <a:srgbClr val="000000"/>
                          </a:solidFill>
                          <a:latin typeface="Georgia"/>
                          <a:ea typeface="Georgia"/>
                          <a:cs typeface="Georgia"/>
                        </a:rPr>
                        <a:t>Course kit; guided-station concept</a:t>
                      </a:r>
                    </a:p>
                  </a:txBody>
                  <a:tcPr marL="114300" marR="114300" marT="85725" marB="85725" anchor="ctr">
                    <a:lnR w="7144">
                      <a:solidFill>
                        <a:srgbClr val="D9D9D9"/>
                      </a:solidFill>
                      <a:prstDash val="solid"/>
                    </a:lnR>
                    <a:lnB w="7144">
                      <a:solidFill>
                        <a:srgbClr val="D9D9D9"/>
                      </a:solidFill>
                      <a:prstDash val="solid"/>
                    </a:lnB>
                    <a:solidFill>
                      <a:srgbClr val="F4F0F7"/>
                    </a:solidFill>
                  </a:tcPr>
                </a:tc>
              </a:tr>
              <a:tr h="541564">
                <a:tc>
                  <a:txBody>
                    <a:bodyPr wrap="square" lIns="0" tIns="0" rIns="0" bIns="0">
                      <a:noAutofit/>
                    </a:bodyPr>
                    <a:lstStyle/>
                    <a:p>
                      <a:pPr algn="l"/>
                      <a:r>
                        <a:rPr sz="1725" b="0">
                          <a:solidFill>
                            <a:srgbClr val="000000"/>
                          </a:solidFill>
                          <a:latin typeface="Georgia"/>
                          <a:ea typeface="Georgia"/>
                          <a:cs typeface="Georgia"/>
                        </a:rPr>
                        <a:t>Nano ESP32</a:t>
                      </a:r>
                    </a:p>
                  </a:txBody>
                  <a:tcPr marL="114300" marR="114300" marT="85725" marB="85725" anchor="ctr">
                    <a:lnL w="7144">
                      <a:solidFill>
                        <a:srgbClr val="D9D9D9"/>
                      </a:solidFill>
                      <a:prstDash val="solid"/>
                    </a:lnL>
                    <a:lnR w="7144">
                      <a:solidFill>
                        <a:srgbClr val="D9D9D9"/>
                      </a:solidFill>
                      <a:prstDash val="solid"/>
                    </a:lnR>
                    <a:lnB w="7144">
                      <a:solidFill>
                        <a:srgbClr val="D9D9D9"/>
                      </a:solidFill>
                      <a:prstDash val="solid"/>
                    </a:lnB>
                    <a:solidFill>
                      <a:srgbClr val="FFFFFF"/>
                    </a:solidFill>
                  </a:tcPr>
                </a:tc>
                <a:tc>
                  <a:txBody>
                    <a:bodyPr wrap="square" lIns="0" tIns="0" rIns="0" bIns="0">
                      <a:noAutofit/>
                    </a:bodyPr>
                    <a:lstStyle/>
                    <a:p>
                      <a:pPr algn="ctr"/>
                      <a:r>
                        <a:rPr sz="1725" b="0">
                          <a:solidFill>
                            <a:srgbClr val="000000"/>
                          </a:solidFill>
                          <a:latin typeface="Georgia"/>
                          <a:ea typeface="Georgia"/>
                          <a:cs typeface="Georgia"/>
                        </a:rPr>
                        <a:t>1</a:t>
                      </a:r>
                    </a:p>
                  </a:txBody>
                  <a:tcPr marL="114300" marR="114300" marT="85725" marB="85725" anchor="ctr">
                    <a:lnR w="7144">
                      <a:solidFill>
                        <a:srgbClr val="D9D9D9"/>
                      </a:solidFill>
                      <a:prstDash val="solid"/>
                    </a:lnR>
                    <a:lnB w="7144">
                      <a:solidFill>
                        <a:srgbClr val="D9D9D9"/>
                      </a:solidFill>
                      <a:prstDash val="solid"/>
                    </a:lnB>
                    <a:solidFill>
                      <a:srgbClr val="FFFFFF"/>
                    </a:solidFill>
                  </a:tcPr>
                </a:tc>
                <a:tc>
                  <a:txBody>
                    <a:bodyPr wrap="square" lIns="0" tIns="0" rIns="0" bIns="0">
                      <a:noAutofit/>
                    </a:bodyPr>
                    <a:lstStyle/>
                    <a:p>
                      <a:pPr algn="l"/>
                      <a:r>
                        <a:rPr sz="1725" b="0">
                          <a:solidFill>
                            <a:srgbClr val="000000"/>
                          </a:solidFill>
                          <a:latin typeface="Georgia"/>
                          <a:ea typeface="Georgia"/>
                          <a:cs typeface="Georgia"/>
                        </a:rPr>
                        <a:t>Purchase; dumbbell control, ML and Wi-Fi</a:t>
                      </a:r>
                    </a:p>
                  </a:txBody>
                  <a:tcPr marL="114300" marR="114300" marT="85725" marB="85725" anchor="ctr">
                    <a:lnR w="7144">
                      <a:solidFill>
                        <a:srgbClr val="D9D9D9"/>
                      </a:solidFill>
                      <a:prstDash val="solid"/>
                    </a:lnR>
                    <a:lnB w="7144">
                      <a:solidFill>
                        <a:srgbClr val="D9D9D9"/>
                      </a:solidFill>
                      <a:prstDash val="solid"/>
                    </a:lnB>
                    <a:solidFill>
                      <a:srgbClr val="FFFFFF"/>
                    </a:solidFill>
                  </a:tcPr>
                </a:tc>
              </a:tr>
              <a:tr h="541564">
                <a:tc>
                  <a:txBody>
                    <a:bodyPr wrap="square" lIns="0" tIns="0" rIns="0" bIns="0">
                      <a:noAutofit/>
                    </a:bodyPr>
                    <a:lstStyle/>
                    <a:p>
                      <a:pPr algn="l"/>
                      <a:r>
                        <a:rPr sz="1725" b="0">
                          <a:solidFill>
                            <a:srgbClr val="000000"/>
                          </a:solidFill>
                          <a:latin typeface="Georgia"/>
                          <a:ea typeface="Georgia"/>
                          <a:cs typeface="Georgia"/>
                        </a:rPr>
                        <a:t>ADXL335 + GY-MAX30102</a:t>
                      </a:r>
                    </a:p>
                  </a:txBody>
                  <a:tcPr marL="114300" marR="114300" marT="85725" marB="85725" anchor="ctr">
                    <a:lnL w="7144">
                      <a:solidFill>
                        <a:srgbClr val="D9D9D9"/>
                      </a:solidFill>
                      <a:prstDash val="solid"/>
                    </a:lnL>
                    <a:lnR w="7144">
                      <a:solidFill>
                        <a:srgbClr val="D9D9D9"/>
                      </a:solidFill>
                      <a:prstDash val="solid"/>
                    </a:lnR>
                    <a:lnB w="7144">
                      <a:solidFill>
                        <a:srgbClr val="D9D9D9"/>
                      </a:solidFill>
                      <a:prstDash val="solid"/>
                    </a:lnB>
                    <a:solidFill>
                      <a:srgbClr val="F4F0F7"/>
                    </a:solidFill>
                  </a:tcPr>
                </a:tc>
                <a:tc>
                  <a:txBody>
                    <a:bodyPr wrap="square" lIns="0" tIns="0" rIns="0" bIns="0">
                      <a:noAutofit/>
                    </a:bodyPr>
                    <a:lstStyle/>
                    <a:p>
                      <a:pPr algn="ctr"/>
                      <a:r>
                        <a:rPr sz="1725" b="0">
                          <a:solidFill>
                            <a:srgbClr val="000000"/>
                          </a:solidFill>
                          <a:latin typeface="Georgia"/>
                          <a:ea typeface="Georgia"/>
                          <a:cs typeface="Georgia"/>
                        </a:rPr>
                        <a:t>1 each</a:t>
                      </a:r>
                    </a:p>
                  </a:txBody>
                  <a:tcPr marL="114300" marR="114300" marT="85725" marB="85725" anchor="ctr">
                    <a:lnR w="7144">
                      <a:solidFill>
                        <a:srgbClr val="D9D9D9"/>
                      </a:solidFill>
                      <a:prstDash val="solid"/>
                    </a:lnR>
                    <a:lnB w="7144">
                      <a:solidFill>
                        <a:srgbClr val="D9D9D9"/>
                      </a:solidFill>
                      <a:prstDash val="solid"/>
                    </a:lnB>
                    <a:solidFill>
                      <a:srgbClr val="F4F0F7"/>
                    </a:solidFill>
                  </a:tcPr>
                </a:tc>
                <a:tc>
                  <a:txBody>
                    <a:bodyPr wrap="square" lIns="0" tIns="0" rIns="0" bIns="0">
                      <a:noAutofit/>
                    </a:bodyPr>
                    <a:lstStyle/>
                    <a:p>
                      <a:pPr algn="l"/>
                      <a:r>
                        <a:rPr sz="1725" b="0">
                          <a:solidFill>
                            <a:srgbClr val="000000"/>
                          </a:solidFill>
                          <a:latin typeface="Georgia"/>
                          <a:ea typeface="Georgia"/>
                          <a:cs typeface="Georgia"/>
                        </a:rPr>
                        <a:t>Course loans; motion and optical pulse sensing</a:t>
                      </a:r>
                    </a:p>
                  </a:txBody>
                  <a:tcPr marL="114300" marR="114300" marT="85725" marB="85725" anchor="ctr">
                    <a:lnR w="7144">
                      <a:solidFill>
                        <a:srgbClr val="D9D9D9"/>
                      </a:solidFill>
                      <a:prstDash val="solid"/>
                    </a:lnR>
                    <a:lnB w="7144">
                      <a:solidFill>
                        <a:srgbClr val="D9D9D9"/>
                      </a:solidFill>
                      <a:prstDash val="solid"/>
                    </a:lnB>
                    <a:solidFill>
                      <a:srgbClr val="F4F0F7"/>
                    </a:solidFill>
                  </a:tcPr>
                </a:tc>
              </a:tr>
              <a:tr h="541564">
                <a:tc>
                  <a:txBody>
                    <a:bodyPr wrap="square" lIns="0" tIns="0" rIns="0" bIns="0">
                      <a:noAutofit/>
                    </a:bodyPr>
                    <a:lstStyle/>
                    <a:p>
                      <a:pPr algn="l"/>
                      <a:r>
                        <a:rPr sz="1725" b="0">
                          <a:solidFill>
                            <a:srgbClr val="000000"/>
                          </a:solidFill>
                          <a:latin typeface="Georgia"/>
                          <a:ea typeface="Georgia"/>
                          <a:cs typeface="Georgia"/>
                        </a:rPr>
                        <a:t>OLED + pushbuttons</a:t>
                      </a:r>
                    </a:p>
                  </a:txBody>
                  <a:tcPr marL="114300" marR="114300" marT="85725" marB="85725" anchor="ctr">
                    <a:lnL w="7144">
                      <a:solidFill>
                        <a:srgbClr val="D9D9D9"/>
                      </a:solidFill>
                      <a:prstDash val="solid"/>
                    </a:lnL>
                    <a:lnR w="7144">
                      <a:solidFill>
                        <a:srgbClr val="D9D9D9"/>
                      </a:solidFill>
                      <a:prstDash val="solid"/>
                    </a:lnR>
                    <a:lnB w="7144">
                      <a:solidFill>
                        <a:srgbClr val="D9D9D9"/>
                      </a:solidFill>
                      <a:prstDash val="solid"/>
                    </a:lnB>
                    <a:solidFill>
                      <a:srgbClr val="FFFFFF"/>
                    </a:solidFill>
                  </a:tcPr>
                </a:tc>
                <a:tc>
                  <a:txBody>
                    <a:bodyPr wrap="square" lIns="0" tIns="0" rIns="0" bIns="0">
                      <a:noAutofit/>
                    </a:bodyPr>
                    <a:lstStyle/>
                    <a:p>
                      <a:pPr algn="ctr"/>
                      <a:r>
                        <a:rPr sz="1725" b="0">
                          <a:solidFill>
                            <a:srgbClr val="000000"/>
                          </a:solidFill>
                          <a:latin typeface="Georgia"/>
                          <a:ea typeface="Georgia"/>
                          <a:cs typeface="Georgia"/>
                        </a:rPr>
                        <a:t>1 + 3</a:t>
                      </a:r>
                    </a:p>
                  </a:txBody>
                  <a:tcPr marL="114300" marR="114300" marT="85725" marB="85725" anchor="ctr">
                    <a:lnR w="7144">
                      <a:solidFill>
                        <a:srgbClr val="D9D9D9"/>
                      </a:solidFill>
                      <a:prstDash val="solid"/>
                    </a:lnR>
                    <a:lnB w="7144">
                      <a:solidFill>
                        <a:srgbClr val="D9D9D9"/>
                      </a:solidFill>
                      <a:prstDash val="solid"/>
                    </a:lnB>
                    <a:solidFill>
                      <a:srgbClr val="FFFFFF"/>
                    </a:solidFill>
                  </a:tcPr>
                </a:tc>
                <a:tc>
                  <a:txBody>
                    <a:bodyPr wrap="square" lIns="0" tIns="0" rIns="0" bIns="0">
                      <a:noAutofit/>
                    </a:bodyPr>
                    <a:lstStyle/>
                    <a:p>
                      <a:pPr algn="l"/>
                      <a:r>
                        <a:rPr sz="1725" b="0">
                          <a:solidFill>
                            <a:srgbClr val="000000"/>
                          </a:solidFill>
                          <a:latin typeface="Georgia"/>
                          <a:ea typeface="Georgia"/>
                          <a:cs typeface="Georgia"/>
                        </a:rPr>
                        <a:t>Course kit; feedback and session controls</a:t>
                      </a:r>
                    </a:p>
                  </a:txBody>
                  <a:tcPr marL="114300" marR="114300" marT="85725" marB="85725" anchor="ctr">
                    <a:lnR w="7144">
                      <a:solidFill>
                        <a:srgbClr val="D9D9D9"/>
                      </a:solidFill>
                      <a:prstDash val="solid"/>
                    </a:lnR>
                    <a:lnB w="7144">
                      <a:solidFill>
                        <a:srgbClr val="D9D9D9"/>
                      </a:solidFill>
                      <a:prstDash val="solid"/>
                    </a:lnB>
                    <a:solidFill>
                      <a:srgbClr val="FFFFFF"/>
                    </a:solidFill>
                  </a:tcPr>
                </a:tc>
              </a:tr>
              <a:tr h="541564">
                <a:tc>
                  <a:txBody>
                    <a:bodyPr wrap="square" lIns="0" tIns="0" rIns="0" bIns="0">
                      <a:noAutofit/>
                    </a:bodyPr>
                    <a:lstStyle/>
                    <a:p>
                      <a:pPr algn="l"/>
                      <a:r>
                        <a:rPr sz="1725" b="0">
                          <a:solidFill>
                            <a:srgbClr val="000000"/>
                          </a:solidFill>
                          <a:latin typeface="Georgia"/>
                          <a:ea typeface="Georgia"/>
                          <a:cs typeface="Georgia"/>
                        </a:rPr>
                        <a:t>Power, enclosure and mounts</a:t>
                      </a:r>
                    </a:p>
                  </a:txBody>
                  <a:tcPr marL="114300" marR="114300" marT="85725" marB="85725" anchor="ctr">
                    <a:lnL w="7144">
                      <a:solidFill>
                        <a:srgbClr val="D9D9D9"/>
                      </a:solidFill>
                      <a:prstDash val="solid"/>
                    </a:lnL>
                    <a:lnR w="7144">
                      <a:solidFill>
                        <a:srgbClr val="D9D9D9"/>
                      </a:solidFill>
                      <a:prstDash val="solid"/>
                    </a:lnR>
                    <a:lnB w="7144">
                      <a:solidFill>
                        <a:srgbClr val="D9D9D9"/>
                      </a:solidFill>
                      <a:prstDash val="solid"/>
                    </a:lnB>
                    <a:solidFill>
                      <a:srgbClr val="F4F0F7"/>
                    </a:solidFill>
                  </a:tcPr>
                </a:tc>
                <a:tc>
                  <a:txBody>
                    <a:bodyPr wrap="square" lIns="0" tIns="0" rIns="0" bIns="0">
                      <a:noAutofit/>
                    </a:bodyPr>
                    <a:lstStyle/>
                    <a:p>
                      <a:pPr algn="ctr"/>
                      <a:r>
                        <a:rPr sz="1725" b="0">
                          <a:solidFill>
                            <a:srgbClr val="000000"/>
                          </a:solidFill>
                          <a:latin typeface="Georgia"/>
                          <a:ea typeface="Georgia"/>
                          <a:cs typeface="Georgia"/>
                        </a:rPr>
                        <a:t>1 set</a:t>
                      </a:r>
                    </a:p>
                  </a:txBody>
                  <a:tcPr marL="114300" marR="114300" marT="85725" marB="85725" anchor="ctr">
                    <a:lnR w="7144">
                      <a:solidFill>
                        <a:srgbClr val="D9D9D9"/>
                      </a:solidFill>
                      <a:prstDash val="solid"/>
                    </a:lnR>
                    <a:lnB w="7144">
                      <a:solidFill>
                        <a:srgbClr val="D9D9D9"/>
                      </a:solidFill>
                      <a:prstDash val="solid"/>
                    </a:lnB>
                    <a:solidFill>
                      <a:srgbClr val="F4F0F7"/>
                    </a:solidFill>
                  </a:tcPr>
                </a:tc>
                <a:tc>
                  <a:txBody>
                    <a:bodyPr wrap="square" lIns="0" tIns="0" rIns="0" bIns="0">
                      <a:noAutofit/>
                    </a:bodyPr>
                    <a:lstStyle/>
                    <a:p>
                      <a:pPr algn="l"/>
                      <a:r>
                        <a:rPr sz="1725" b="0">
                          <a:solidFill>
                            <a:srgbClr val="000000"/>
                          </a:solidFill>
                          <a:latin typeface="Georgia"/>
                          <a:ea typeface="Georgia"/>
                          <a:cs typeface="Georgia"/>
                        </a:rPr>
                        <a:t>Reuse or purchase; secure portable assembly</a:t>
                      </a:r>
                    </a:p>
                  </a:txBody>
                  <a:tcPr marL="114300" marR="114300" marT="85725" marB="85725" anchor="ctr">
                    <a:lnR w="7144">
                      <a:solidFill>
                        <a:srgbClr val="D9D9D9"/>
                      </a:solidFill>
                      <a:prstDash val="solid"/>
                    </a:lnR>
                    <a:lnB w="7144">
                      <a:solidFill>
                        <a:srgbClr val="D9D9D9"/>
                      </a:solidFill>
                      <a:prstDash val="solid"/>
                    </a:lnB>
                    <a:solidFill>
                      <a:srgbClr val="F4F0F7"/>
                    </a:solidFill>
                  </a:tcPr>
                </a:tc>
              </a:tr>
              <a:tr h="541564">
                <a:tc>
                  <a:txBody>
                    <a:bodyPr wrap="square" lIns="0" tIns="0" rIns="0" bIns="0">
                      <a:noAutofit/>
                    </a:bodyPr>
                    <a:lstStyle/>
                    <a:p>
                      <a:pPr algn="l"/>
                      <a:r>
                        <a:rPr sz="1725" b="0">
                          <a:solidFill>
                            <a:srgbClr val="000000"/>
                          </a:solidFill>
                          <a:latin typeface="Georgia"/>
                          <a:ea typeface="Georgia"/>
                          <a:cs typeface="Georgia"/>
                        </a:rPr>
                        <a:t>Computer</a:t>
                      </a:r>
                    </a:p>
                  </a:txBody>
                  <a:tcPr marL="114300" marR="114300" marT="85725" marB="85725" anchor="ctr">
                    <a:lnL w="7144">
                      <a:solidFill>
                        <a:srgbClr val="D9D9D9"/>
                      </a:solidFill>
                      <a:prstDash val="solid"/>
                    </a:lnL>
                    <a:lnR w="7144">
                      <a:solidFill>
                        <a:srgbClr val="D9D9D9"/>
                      </a:solidFill>
                      <a:prstDash val="solid"/>
                    </a:lnR>
                    <a:lnB w="7144">
                      <a:solidFill>
                        <a:srgbClr val="D9D9D9"/>
                      </a:solidFill>
                      <a:prstDash val="solid"/>
                    </a:lnB>
                    <a:solidFill>
                      <a:srgbClr val="FFFFFF"/>
                    </a:solidFill>
                  </a:tcPr>
                </a:tc>
                <a:tc>
                  <a:txBody>
                    <a:bodyPr wrap="square" lIns="0" tIns="0" rIns="0" bIns="0">
                      <a:noAutofit/>
                    </a:bodyPr>
                    <a:lstStyle/>
                    <a:p>
                      <a:pPr algn="ctr"/>
                      <a:r>
                        <a:rPr sz="1725" b="0">
                          <a:solidFill>
                            <a:srgbClr val="000000"/>
                          </a:solidFill>
                          <a:latin typeface="Georgia"/>
                          <a:ea typeface="Georgia"/>
                          <a:cs typeface="Georgia"/>
                        </a:rPr>
                        <a:t>1</a:t>
                      </a:r>
                    </a:p>
                  </a:txBody>
                  <a:tcPr marL="114300" marR="114300" marT="85725" marB="85725" anchor="ctr">
                    <a:lnR w="7144">
                      <a:solidFill>
                        <a:srgbClr val="D9D9D9"/>
                      </a:solidFill>
                      <a:prstDash val="solid"/>
                    </a:lnR>
                    <a:lnB w="7144">
                      <a:solidFill>
                        <a:srgbClr val="D9D9D9"/>
                      </a:solidFill>
                      <a:prstDash val="solid"/>
                    </a:lnB>
                    <a:solidFill>
                      <a:srgbClr val="FFFFFF"/>
                    </a:solidFill>
                  </a:tcPr>
                </a:tc>
                <a:tc>
                  <a:txBody>
                    <a:bodyPr wrap="square" lIns="0" tIns="0" rIns="0" bIns="0">
                      <a:noAutofit/>
                    </a:bodyPr>
                    <a:lstStyle/>
                    <a:p>
                      <a:pPr algn="l"/>
                      <a:r>
                        <a:rPr sz="1725" b="0">
                          <a:solidFill>
                            <a:srgbClr val="000000"/>
                          </a:solidFill>
                          <a:latin typeface="Georgia"/>
                          <a:ea typeface="Georgia"/>
                          <a:cs typeface="Georgia"/>
                        </a:rPr>
                        <a:t>Existing; training, setup and records</a:t>
                      </a:r>
                    </a:p>
                  </a:txBody>
                  <a:tcPr marL="114300" marR="114300" marT="85725" marB="85725" anchor="ctr">
                    <a:lnR w="7144">
                      <a:solidFill>
                        <a:srgbClr val="D9D9D9"/>
                      </a:solidFill>
                      <a:prstDash val="solid"/>
                    </a:lnR>
                    <a:lnB w="7144">
                      <a:solidFill>
                        <a:srgbClr val="D9D9D9"/>
                      </a:solidFill>
                      <a:prstDash val="solid"/>
                    </a:lnB>
                    <a:solidFill>
                      <a:srgbClr val="FFFFFF"/>
                    </a:solidFill>
                  </a:tcPr>
                </a:tc>
              </a:tr>
            </a:tbl>
          </a:graphicData>
        </a:graphic>
      </p:graphicFrame>
      <p:sp>
        <p:nvSpPr>
          <p:cNvPr id="9" name="Budget">
            <a:extLst xmlns:a="http://schemas.openxmlformats.org/drawingml/2006/main">
              <a:ext uri="{FF2B5EF4-FFF2-40B4-BE49-F238E27FC236}">
                <a16:creationId xmlns:a16="http://schemas.microsoft.com/office/drawing/2014/main" id="{7D602659-0654-49F1-AAEB-BD4214C1C1A6}"/>
              </a:ext>
            </a:extLst>
          </p:cNvPr>
          <p:cNvSpPr>
            <a:spLocks xmlns:a="http://schemas.openxmlformats.org/drawingml/2006/main" noGrp="1"/>
          </p:cNvSpPr>
          <p:nvPr/>
        </p:nvSpPr>
        <p:spPr>
          <a:xfrm xmlns:a="http://schemas.openxmlformats.org/drawingml/2006/main">
            <a:off x="352425" y="5543550"/>
            <a:ext cx="11363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05A9E"/>
                </a:solidFill>
                <a:latin typeface="Georgia"/>
                <a:ea typeface="Georgia"/>
                <a:cs typeface="Georgia"/>
              </a:defRPr>
            </a:defPPr>
          </a:lstStyle>
          <a:p xmlns:a="http://schemas.openxmlformats.org/drawingml/2006/main">
            <a:pPr algn="l">
              <a:defRPr sz="1875" b="1">
                <a:solidFill>
                  <a:srgbClr val="805A9E"/>
                </a:solidFill>
                <a:latin typeface="Georgia"/>
                <a:ea typeface="Georgia"/>
                <a:cs typeface="Georgia"/>
              </a:defRPr>
            </a:pPr>
            <a:r>
              <a:rPr sz="1875" b="1">
                <a:solidFill>
                  <a:srgbClr val="805A9E"/>
                </a:solidFill>
                <a:latin typeface="Georgia"/>
                <a:ea typeface="Georgia"/>
                <a:cs typeface="Georgia"/>
              </a:rPr>
              <a:t>Smart-dumbbell purchase target: CAD 100 including tax and shipping</a:t>
            </a:r>
          </a:p>
        </p:txBody>
      </p:sp>
      <p:sp>
        <p:nvSpPr>
          <p:cNvPr id="10" name="Budget assumptions">
            <a:extLst xmlns:a="http://schemas.openxmlformats.org/drawingml/2006/main">
              <a:ext uri="{FF2B5EF4-FFF2-40B4-BE49-F238E27FC236}">
                <a16:creationId xmlns:a16="http://schemas.microsoft.com/office/drawing/2014/main" id="{D1FE54B0-FB1B-407B-AD78-92F769B3569F}"/>
              </a:ext>
            </a:extLst>
          </p:cNvPr>
          <p:cNvSpPr>
            <a:spLocks xmlns:a="http://schemas.openxmlformats.org/drawingml/2006/main" noGrp="1"/>
          </p:cNvSpPr>
          <p:nvPr/>
        </p:nvSpPr>
        <p:spPr>
          <a:xfrm xmlns:a="http://schemas.openxmlformats.org/drawingml/2006/main">
            <a:off x="352425" y="5905500"/>
            <a:ext cx="11363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95959"/>
                </a:solidFill>
                <a:latin typeface="Verdana"/>
                <a:ea typeface="Verdana"/>
                <a:cs typeface="Verdana"/>
              </a:defRPr>
            </a:defPPr>
          </a:lstStyle>
          <a:p xmlns:a="http://schemas.openxmlformats.org/drawingml/2006/main">
            <a:pPr algn="l">
              <a:defRPr sz="1425" b="0">
                <a:solidFill>
                  <a:srgbClr val="595959"/>
                </a:solidFill>
                <a:latin typeface="Verdana"/>
                <a:ea typeface="Verdana"/>
                <a:cs typeface="Verdana"/>
              </a:defRPr>
            </a:pPr>
            <a:r>
              <a:rPr sz="1425" b="0">
                <a:solidFill>
                  <a:srgbClr val="595959"/>
                </a:solidFill>
                <a:latin typeface="Verdana"/>
                <a:ea typeface="Verdana"/>
                <a:cs typeface="Verdana"/>
              </a:rPr>
              <a:t>Assumes sensor loans, an existing computer and affordable enclosure fabrication.</a:t>
            </a:r>
          </a:p>
        </p:txBody>
      </p:sp>
    </p:spTree>
    <p:extLst>
      <p:ext uri="{BB962C8B-B14F-4D97-AF65-F5344CB8AC3E}">
        <p14:creationId xmlns:p14="http://schemas.microsoft.com/office/powerpoint/2010/main" val="44320728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3E7E0F-3461-4D8A-BC9C-B21BB770A885}"/>
              </a:ext>
            </a:extLst>
          </p:cNvPr>
          <p:cNvSpPr>
            <a:spLocks xmlns:a="http://schemas.openxmlformats.org/drawingml/2006/main" noGrp="1"/>
          </p:cNvSpPr>
          <p:nvPr>
            <p:ph type="title" idx="0"/>
          </p:nvPr>
        </p:nvSpPr>
        <p:spPr/>
        <p:txBody>
          <a:bodyPr xmlns:a="http://schemas.openxmlformats.org/drawingml/2006/main" wrap="square" lIns="91440" tIns="45720" rIns="91440" bIns="45720" anchor="t">
            <a:noAutofit/>
          </a:bodyPr>
          <a:lstStyle xmlns:a="http://schemas.openxmlformats.org/drawingml/2006/main">
            <a:defPPr algn="l">
              <a:defRPr sz="3600" b="1">
                <a:solidFill>
                  <a:srgbClr val="000000"/>
                </a:solidFill>
                <a:latin typeface="Barlow Condensed"/>
                <a:ea typeface="Barlow Condensed"/>
                <a:cs typeface="Barlow Condensed"/>
              </a:defRPr>
            </a:defPPr>
          </a:lstStyle>
          <a:p xmlns:a="http://schemas.openxmlformats.org/drawingml/2006/main">
            <a:pPr algn="l">
              <a:defRPr sz="3600" b="1">
                <a:solidFill>
                  <a:srgbClr val="000000"/>
                </a:solidFill>
                <a:latin typeface="Barlow Condensed"/>
                <a:ea typeface="Barlow Condensed"/>
                <a:cs typeface="Barlow Condensed"/>
              </a:defRPr>
            </a:pPr>
            <a:r>
              <a:rPr sz="3600" b="1">
                <a:solidFill>
                  <a:srgbClr val="000000"/>
                </a:solidFill>
                <a:latin typeface="Barlow Condensed"/>
                <a:ea typeface="Barlow Condensed"/>
                <a:cs typeface="Barlow Condensed"/>
              </a:rPr>
              <a:t>INDEPENDENT OPERATION AND RECORDS</a:t>
            </a:r>
          </a:p>
        </p:txBody>
      </p:sp>
      <p:sp>
        <p:nvSpPr>
          <p:cNvPr id="3" name="Content Placeholder 2">
            <a:extLst xmlns:a="http://schemas.openxmlformats.org/drawingml/2006/main">
              <a:ext uri="{FF2B5EF4-FFF2-40B4-BE49-F238E27FC236}">
                <a16:creationId xmlns:a16="http://schemas.microsoft.com/office/drawing/2014/main" id="{D3C52289-79CB-408A-AA76-9E6C02BA2E3D}"/>
              </a:ext>
            </a:extLst>
          </p:cNvPr>
          <p:cNvSpPr>
            <a:spLocks xmlns:a="http://schemas.openxmlformats.org/drawingml/2006/main" noGrp="1"/>
          </p:cNvSpPr>
          <p:nvPr>
            <p:ph idx="1"/>
          </p:nvPr>
        </p:nvSpPr>
        <p:spPr>
          <a:xfrm xmlns:a="http://schemas.openxmlformats.org/drawingml/2006/main">
            <a:off x="352425" y="2362200"/>
            <a:ext cx="5334000" cy="3143250"/>
          </a:xfrm>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Georgia"/>
                <a:ea typeface="Georgia"/>
                <a:cs typeface="Georgia"/>
              </a:defRPr>
            </a:defPPr>
          </a:lstStyle>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Internal power supply</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Motion inference and repetition count</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Heart-rate processing and display</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Start, pause and end controls</a:t>
            </a:r>
          </a:p>
        </p:txBody>
      </p:sp>
      <p:sp>
        <p:nvSpPr>
          <p:cNvPr id="4" name="Content Placeholder 3">
            <a:extLst xmlns:a="http://schemas.openxmlformats.org/drawingml/2006/main">
              <a:ext uri="{FF2B5EF4-FFF2-40B4-BE49-F238E27FC236}">
                <a16:creationId xmlns:a16="http://schemas.microsoft.com/office/drawing/2014/main" id="{4661FBAB-E464-49D8-A4F9-4CDAA6B0CE14}"/>
              </a:ext>
            </a:extLst>
          </p:cNvPr>
          <p:cNvSpPr>
            <a:spLocks xmlns:a="http://schemas.openxmlformats.org/drawingml/2006/main" noGrp="1"/>
          </p:cNvSpPr>
          <p:nvPr>
            <p:ph idx="2"/>
          </p:nvPr>
        </p:nvSpPr>
        <p:spPr>
          <a:xfrm xmlns:a="http://schemas.openxmlformats.org/drawingml/2006/main">
            <a:off x="6257925" y="2362200"/>
            <a:ext cx="5334000" cy="3143250"/>
          </a:xfrm>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Georgia"/>
                <a:ea typeface="Georgia"/>
                <a:cs typeface="Georgia"/>
              </a:defRPr>
            </a:defPPr>
          </a:lstStyle>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Train and install the model</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Set the prescribed repetition target</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Receive data over local Wi-Fi</a:t>
            </a:r>
          </a:p>
          <a:p xmlns:a="http://schemas.openxmlformats.org/drawingml/2006/main">
            <a:pPr marL="228600" indent="-114300" algn="l">
              <a:spcBef>
                <a:spcPts val="0"/>
              </a:spcBef>
              <a:spcAft>
                <a:spcPts val="1200"/>
              </a:spcAft>
              <a:buFont typeface="Georgia"/>
              <a:buChar char="•"/>
              <a:defRPr sz="2100" b="0">
                <a:solidFill>
                  <a:srgbClr val="000000"/>
                </a:solidFill>
                <a:latin typeface="Georgia"/>
                <a:ea typeface="Georgia"/>
                <a:cs typeface="Georgia"/>
              </a:defRPr>
            </a:pPr>
            <a:r>
              <a:rPr sz="2100" b="0">
                <a:solidFill>
                  <a:srgbClr val="000000"/>
                </a:solidFill>
                <a:latin typeface="Georgia"/>
                <a:ea typeface="Georgia"/>
                <a:cs typeface="Georgia"/>
              </a:rPr>
              <a:t>Save session records for review</a:t>
            </a:r>
          </a:p>
        </p:txBody>
      </p:sp>
      <p:sp>
        <p:nvSpPr>
          <p:cNvPr id="5" name="Footer Placeholder 4">
            <a:extLst xmlns:a="http://schemas.openxmlformats.org/drawingml/2006/main">
              <a:ext uri="{FF2B5EF4-FFF2-40B4-BE49-F238E27FC236}">
                <a16:creationId xmlns:a16="http://schemas.microsoft.com/office/drawing/2014/main" id="{D1CC45B2-B995-4BED-9546-CA7E19643480}"/>
              </a:ext>
            </a:extLst>
          </p:cNvPr>
          <p:cNvSpPr>
            <a:spLocks xmlns:a="http://schemas.openxmlformats.org/drawingml/2006/main" noGrp="1"/>
          </p:cNvSpPr>
          <p:nvPr>
            <p:ph type="ftr" idx="11"/>
          </p:nvPr>
        </p:nvSpPr>
        <p:spPr/>
        <p:txBody>
          <a:bodyPr xmlns:a="http://schemas.openxmlformats.org/drawingml/2006/main" wrap="square" lIns="0" tIns="0" rIns="0" bIns="0" anchor="t">
            <a:noAutofit/>
          </a:bodyPr>
          <a:lstStyle xmlns:a="http://schemas.openxmlformats.org/drawingml/2006/main">
            <a:defPPr algn="l">
              <a:defRPr sz="1000" b="0">
                <a:solidFill>
                  <a:srgbClr val="000000"/>
                </a:solidFill>
                <a:latin typeface="Verdana"/>
                <a:ea typeface="Verdana"/>
                <a:cs typeface="Verdana"/>
              </a:defRPr>
            </a:defPPr>
          </a:lstStyle>
          <a:p xmlns:a="http://schemas.openxmlformats.org/drawingml/2006/main">
            <a:pPr algn="l">
              <a:defRPr sz="1000" b="0">
                <a:solidFill>
                  <a:srgbClr val="000000"/>
                </a:solidFill>
                <a:latin typeface="Verdana"/>
                <a:ea typeface="Verdana"/>
                <a:cs typeface="Verdana"/>
              </a:defRPr>
            </a:pPr>
            <a:r>
              <a:rPr sz="1000" b="0">
                <a:solidFill>
                  <a:srgbClr val="000000"/>
                </a:solidFill>
                <a:latin typeface="Verdana"/>
                <a:ea typeface="Verdana"/>
                <a:cs typeface="Verdana"/>
              </a:rPr>
              <a:t>SMART DUMBBELL  /  ECE 198  /  GROUP 57</a:t>
            </a:r>
            <a:endParaRPr/>
          </a:p>
        </p:txBody>
      </p:sp>
      <p:sp>
        <p:nvSpPr>
          <p:cNvPr id="6" name="Slide Number Placeholder 5">
            <a:extLst xmlns:a="http://schemas.openxmlformats.org/drawingml/2006/main">
              <a:ext uri="{FF2B5EF4-FFF2-40B4-BE49-F238E27FC236}">
                <a16:creationId xmlns:a16="http://schemas.microsoft.com/office/drawing/2014/main" id="{A112116F-4DB7-41AF-AF3A-8074BFD0C58A}"/>
              </a:ext>
            </a:extLst>
          </p:cNvPr>
          <p:cNvSpPr>
            <a:spLocks xmlns:a="http://schemas.openxmlformats.org/drawingml/2006/main" noGrp="1"/>
          </p:cNvSpPr>
          <p:nvPr>
            <p:ph type="sldNum" idx="12"/>
          </p:nvPr>
        </p:nvSpPr>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Verdana"/>
                <a:ea typeface="Verdana"/>
                <a:cs typeface="Verdana"/>
              </a:defRPr>
            </a:defPPr>
          </a:lstStyle>
          <a:p xmlns:a="http://schemas.openxmlformats.org/drawingml/2006/main">
            <a:pPr algn="ctr">
              <a:defRPr sz="1000" b="0">
                <a:solidFill>
                  <a:srgbClr val="000000"/>
                </a:solidFill>
                <a:latin typeface="Verdana"/>
                <a:ea typeface="Verdana"/>
                <a:cs typeface="Verdana"/>
              </a:defRPr>
            </a:pPr>
            <a:r>
              <a:rPr sz="1000" b="0">
                <a:solidFill>
                  <a:srgbClr val="000000"/>
                </a:solidFill>
                <a:latin typeface="Verdana"/>
                <a:ea typeface="Verdana"/>
                <a:cs typeface="Verdana"/>
              </a:rPr>
              <a:t>PAGE 5</a:t>
            </a:r>
            <a:endParaRPr/>
          </a:p>
        </p:txBody>
      </p:sp>
      <p:sp>
        <p:nvSpPr>
          <p:cNvPr id="7" name="Local heading">
            <a:extLst xmlns:a="http://schemas.openxmlformats.org/drawingml/2006/main">
              <a:ext uri="{FF2B5EF4-FFF2-40B4-BE49-F238E27FC236}">
                <a16:creationId xmlns:a16="http://schemas.microsoft.com/office/drawing/2014/main" id="{F99B2410-A70E-48CC-A2F0-F6E4F92339D4}"/>
              </a:ext>
            </a:extLst>
          </p:cNvPr>
          <p:cNvSpPr>
            <a:spLocks xmlns:a="http://schemas.openxmlformats.org/drawingml/2006/main" noGrp="1"/>
          </p:cNvSpPr>
          <p:nvPr/>
        </p:nvSpPr>
        <p:spPr>
          <a:xfrm xmlns:a="http://schemas.openxmlformats.org/drawingml/2006/main">
            <a:off x="352425" y="1552575"/>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05A9E"/>
                </a:solidFill>
                <a:latin typeface="Barlow Condensed"/>
                <a:ea typeface="Barlow Condensed"/>
                <a:cs typeface="Barlow Condensed"/>
              </a:defRPr>
            </a:defPPr>
          </a:lstStyle>
          <a:p xmlns:a="http://schemas.openxmlformats.org/drawingml/2006/main">
            <a:pPr algn="l">
              <a:defRPr sz="2700" b="1">
                <a:solidFill>
                  <a:srgbClr val="805A9E"/>
                </a:solidFill>
                <a:latin typeface="Barlow Condensed"/>
                <a:ea typeface="Barlow Condensed"/>
                <a:cs typeface="Barlow Condensed"/>
              </a:defRPr>
            </a:pPr>
            <a:r>
              <a:rPr sz="2700" b="1">
                <a:solidFill>
                  <a:srgbClr val="805A9E"/>
                </a:solidFill>
                <a:latin typeface="Barlow Condensed"/>
                <a:ea typeface="Barlow Condensed"/>
                <a:cs typeface="Barlow Condensed"/>
              </a:rPr>
              <a:t>ON THE DUMBBELL</a:t>
            </a:r>
          </a:p>
        </p:txBody>
      </p:sp>
      <p:sp>
        <p:nvSpPr>
          <p:cNvPr id="8" name="Computer heading">
            <a:extLst xmlns:a="http://schemas.openxmlformats.org/drawingml/2006/main">
              <a:ext uri="{FF2B5EF4-FFF2-40B4-BE49-F238E27FC236}">
                <a16:creationId xmlns:a16="http://schemas.microsoft.com/office/drawing/2014/main" id="{041B26F9-C260-4849-81D3-12F0A1254CEB}"/>
              </a:ext>
            </a:extLst>
          </p:cNvPr>
          <p:cNvSpPr>
            <a:spLocks xmlns:a="http://schemas.openxmlformats.org/drawingml/2006/main" noGrp="1"/>
          </p:cNvSpPr>
          <p:nvPr/>
        </p:nvSpPr>
        <p:spPr>
          <a:xfrm xmlns:a="http://schemas.openxmlformats.org/drawingml/2006/main">
            <a:off x="6257925" y="1552575"/>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05A9E"/>
                </a:solidFill>
                <a:latin typeface="Barlow Condensed"/>
                <a:ea typeface="Barlow Condensed"/>
                <a:cs typeface="Barlow Condensed"/>
              </a:defRPr>
            </a:defPPr>
          </a:lstStyle>
          <a:p xmlns:a="http://schemas.openxmlformats.org/drawingml/2006/main">
            <a:pPr algn="l">
              <a:defRPr sz="2700" b="1">
                <a:solidFill>
                  <a:srgbClr val="805A9E"/>
                </a:solidFill>
                <a:latin typeface="Barlow Condensed"/>
                <a:ea typeface="Barlow Condensed"/>
                <a:cs typeface="Barlow Condensed"/>
              </a:defRPr>
            </a:pPr>
            <a:r>
              <a:rPr sz="2700" b="1">
                <a:solidFill>
                  <a:srgbClr val="805A9E"/>
                </a:solidFill>
                <a:latin typeface="Barlow Condensed"/>
                <a:ea typeface="Barlow Condensed"/>
                <a:cs typeface="Barlow Condensed"/>
              </a:rPr>
              <a:t>ON THE COMPUTER</a:t>
            </a:r>
          </a:p>
        </p:txBody>
      </p:sp>
      <p:sp>
        <p:nvSpPr>
          <p:cNvPr id="9" name="Offline statement">
            <a:extLst xmlns:a="http://schemas.openxmlformats.org/drawingml/2006/main">
              <a:ext uri="{FF2B5EF4-FFF2-40B4-BE49-F238E27FC236}">
                <a16:creationId xmlns:a16="http://schemas.microsoft.com/office/drawing/2014/main" id="{726938BD-D675-4494-A325-F82B0B931ED0}"/>
              </a:ext>
            </a:extLst>
          </p:cNvPr>
          <p:cNvSpPr>
            <a:spLocks xmlns:a="http://schemas.openxmlformats.org/drawingml/2006/main" noGrp="1"/>
          </p:cNvSpPr>
          <p:nvPr/>
        </p:nvSpPr>
        <p:spPr>
          <a:xfrm xmlns:a="http://schemas.openxmlformats.org/drawingml/2006/main">
            <a:off x="352425" y="5667375"/>
            <a:ext cx="11363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805A9E"/>
                </a:solidFill>
                <a:latin typeface="Georgia"/>
                <a:ea typeface="Georgia"/>
                <a:cs typeface="Georgia"/>
              </a:defRPr>
            </a:defPPr>
          </a:lstStyle>
          <a:p xmlns:a="http://schemas.openxmlformats.org/drawingml/2006/main">
            <a:pPr algn="l">
              <a:defRPr sz="1725" b="1">
                <a:solidFill>
                  <a:srgbClr val="805A9E"/>
                </a:solidFill>
                <a:latin typeface="Georgia"/>
                <a:ea typeface="Georgia"/>
                <a:cs typeface="Georgia"/>
              </a:defRPr>
            </a:pPr>
            <a:r>
              <a:rPr sz="1725" b="1">
                <a:solidFill>
                  <a:srgbClr val="805A9E"/>
                </a:solidFill>
                <a:latin typeface="Georgia"/>
                <a:ea typeface="Georgia"/>
                <a:cs typeface="Georgia"/>
              </a:rPr>
              <a:t>Local counting continues if Wi-Fi disconnects. No personal smartwatch is required.</a:t>
            </a:r>
          </a:p>
        </p:txBody>
      </p:sp>
    </p:spTree>
    <p:extLst>
      <p:ext uri="{BB962C8B-B14F-4D97-AF65-F5344CB8AC3E}">
        <p14:creationId xmlns:p14="http://schemas.microsoft.com/office/powerpoint/2010/main" val="41688136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3E7E0F-3461-4D8A-BC9C-B21BB770A885}"/>
              </a:ext>
            </a:extLst>
          </p:cNvPr>
          <p:cNvSpPr>
            <a:spLocks xmlns:a="http://schemas.openxmlformats.org/drawingml/2006/main" noGrp="1"/>
          </p:cNvSpPr>
          <p:nvPr>
            <p:ph type="title" idx="0"/>
          </p:nvPr>
        </p:nvSpPr>
        <p:spPr/>
        <p:txBody>
          <a:bodyPr xmlns:a="http://schemas.openxmlformats.org/drawingml/2006/main" wrap="square" lIns="91440" tIns="45720" rIns="91440" bIns="45720" anchor="t">
            <a:noAutofit/>
          </a:bodyPr>
          <a:lstStyle xmlns:a="http://schemas.openxmlformats.org/drawingml/2006/main">
            <a:defPPr algn="l">
              <a:defRPr sz="3600" b="1">
                <a:solidFill>
                  <a:srgbClr val="000000"/>
                </a:solidFill>
                <a:latin typeface="Barlow Condensed"/>
                <a:ea typeface="Barlow Condensed"/>
                <a:cs typeface="Barlow Condensed"/>
              </a:defRPr>
            </a:defPPr>
          </a:lstStyle>
          <a:p xmlns:a="http://schemas.openxmlformats.org/drawingml/2006/main">
            <a:pPr algn="l">
              <a:defRPr sz="3600" b="1">
                <a:solidFill>
                  <a:srgbClr val="000000"/>
                </a:solidFill>
                <a:latin typeface="Barlow Condensed"/>
                <a:ea typeface="Barlow Condensed"/>
                <a:cs typeface="Barlow Condensed"/>
              </a:defRPr>
            </a:pPr>
            <a:r>
              <a:rPr sz="3600" b="1">
                <a:solidFill>
                  <a:srgbClr val="000000"/>
                </a:solidFill>
                <a:latin typeface="Barlow Condensed"/>
                <a:ea typeface="Barlow Condensed"/>
                <a:cs typeface="Barlow Condensed"/>
              </a:rPr>
              <a:t>VALIDATION AND NEXT STEPS</a:t>
            </a:r>
          </a:p>
        </p:txBody>
      </p:sp>
      <p:sp>
        <p:nvSpPr>
          <p:cNvPr id="3" name="Content Placeholder 2">
            <a:extLst xmlns:a="http://schemas.openxmlformats.org/drawingml/2006/main">
              <a:ext uri="{FF2B5EF4-FFF2-40B4-BE49-F238E27FC236}">
                <a16:creationId xmlns:a16="http://schemas.microsoft.com/office/drawing/2014/main" id="{D3C52289-79CB-408A-AA76-9E6C02BA2E3D}"/>
              </a:ext>
            </a:extLst>
          </p:cNvPr>
          <p:cNvSpPr>
            <a:spLocks xmlns:a="http://schemas.openxmlformats.org/drawingml/2006/main" noGrp="1"/>
          </p:cNvSpPr>
          <p:nvPr>
            <p:ph idx="1"/>
          </p:nvPr>
        </p:nvSpPr>
        <p:spPr>
          <a:xfrm xmlns:a="http://schemas.openxmlformats.org/drawingml/2006/main">
            <a:off x="352425" y="2362200"/>
            <a:ext cx="5334000" cy="3238500"/>
          </a:xfrm>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Georgia"/>
                <a:ea typeface="Georgia"/>
                <a:cs typeface="Georgia"/>
              </a:defRPr>
            </a:defPPr>
          </a:lstStyle>
          <a:p xmlns:a="http://schemas.openxmlformats.org/drawingml/2006/main">
            <a:pPr marL="228600" indent="-114300" algn="l">
              <a:spcBef>
                <a:spcPts val="0"/>
              </a:spcBef>
              <a:spcAft>
                <a:spcPts val="1200"/>
              </a:spcAft>
              <a:buFont typeface="Georgia"/>
              <a:buChar char="•"/>
              <a:defRPr sz="1875" b="0">
                <a:solidFill>
                  <a:srgbClr val="000000"/>
                </a:solidFill>
                <a:latin typeface="Georgia"/>
                <a:ea typeface="Georgia"/>
                <a:cs typeface="Georgia"/>
              </a:defRPr>
            </a:pPr>
            <a:r>
              <a:rPr sz="1875" b="0">
                <a:solidFill>
                  <a:srgbClr val="000000"/>
                </a:solidFill>
                <a:latin typeface="Georgia"/>
                <a:ea typeface="Georgia"/>
                <a:cs typeface="Georgia"/>
              </a:rPr>
              <a:t>Count: within 1 repetition in at least 18 of 20 ten-repetition sets</a:t>
            </a:r>
          </a:p>
          <a:p xmlns:a="http://schemas.openxmlformats.org/drawingml/2006/main">
            <a:pPr marL="228600" indent="-114300" algn="l">
              <a:spcBef>
                <a:spcPts val="0"/>
              </a:spcBef>
              <a:spcAft>
                <a:spcPts val="1200"/>
              </a:spcAft>
              <a:buFont typeface="Georgia"/>
              <a:buChar char="•"/>
              <a:defRPr sz="1875" b="0">
                <a:solidFill>
                  <a:srgbClr val="000000"/>
                </a:solidFill>
                <a:latin typeface="Georgia"/>
                <a:ea typeface="Georgia"/>
                <a:cs typeface="Georgia"/>
              </a:defRPr>
            </a:pPr>
            <a:r>
              <a:rPr sz="1875" b="0">
                <a:solidFill>
                  <a:srgbClr val="000000"/>
                </a:solidFill>
                <a:latin typeface="Georgia"/>
                <a:ea typeface="Georgia"/>
                <a:cs typeface="Georgia"/>
              </a:rPr>
              <a:t>Heart rate during motion: at least 90% valid readings; mean absolute error no more than 10 bpm</a:t>
            </a:r>
          </a:p>
          <a:p xmlns:a="http://schemas.openxmlformats.org/drawingml/2006/main">
            <a:pPr marL="228600" indent="-114300" algn="l">
              <a:spcBef>
                <a:spcPts val="0"/>
              </a:spcBef>
              <a:spcAft>
                <a:spcPts val="1200"/>
              </a:spcAft>
              <a:buFont typeface="Georgia"/>
              <a:buChar char="•"/>
              <a:defRPr sz="1875" b="0">
                <a:solidFill>
                  <a:srgbClr val="000000"/>
                </a:solidFill>
                <a:latin typeface="Georgia"/>
                <a:ea typeface="Georgia"/>
                <a:cs typeface="Georgia"/>
              </a:defRPr>
            </a:pPr>
            <a:r>
              <a:rPr sz="1875" b="0">
                <a:solidFill>
                  <a:srgbClr val="000000"/>
                </a:solidFill>
                <a:latin typeface="Georgia"/>
                <a:ea typeface="Georgia"/>
                <a:cs typeface="Georgia"/>
              </a:rPr>
              <a:t>Test on recordings not used for training</a:t>
            </a:r>
          </a:p>
        </p:txBody>
      </p:sp>
      <p:sp>
        <p:nvSpPr>
          <p:cNvPr id="4" name="Content Placeholder 3">
            <a:extLst xmlns:a="http://schemas.openxmlformats.org/drawingml/2006/main">
              <a:ext uri="{FF2B5EF4-FFF2-40B4-BE49-F238E27FC236}">
                <a16:creationId xmlns:a16="http://schemas.microsoft.com/office/drawing/2014/main" id="{4661FBAB-E464-49D8-A4F9-4CDAA6B0CE14}"/>
              </a:ext>
            </a:extLst>
          </p:cNvPr>
          <p:cNvSpPr>
            <a:spLocks xmlns:a="http://schemas.openxmlformats.org/drawingml/2006/main" noGrp="1"/>
          </p:cNvSpPr>
          <p:nvPr>
            <p:ph idx="2"/>
          </p:nvPr>
        </p:nvSpPr>
        <p:spPr>
          <a:xfrm xmlns:a="http://schemas.openxmlformats.org/drawingml/2006/main">
            <a:off x="6257925" y="2362200"/>
            <a:ext cx="5334000" cy="3238500"/>
          </a:xfrm>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Georgia"/>
                <a:ea typeface="Georgia"/>
                <a:cs typeface="Georgia"/>
              </a:defRPr>
            </a:defPPr>
          </a:lstStyle>
          <a:p xmlns:a="http://schemas.openxmlformats.org/drawingml/2006/main">
            <a:pPr marL="228600" indent="-114300" algn="l">
              <a:spcBef>
                <a:spcPts val="0"/>
              </a:spcBef>
              <a:spcAft>
                <a:spcPts val="1200"/>
              </a:spcAft>
              <a:buFont typeface="Georgia"/>
              <a:buChar char="•"/>
              <a:defRPr sz="2025" b="0">
                <a:solidFill>
                  <a:srgbClr val="000000"/>
                </a:solidFill>
                <a:latin typeface="Georgia"/>
                <a:ea typeface="Georgia"/>
                <a:cs typeface="Georgia"/>
              </a:defRPr>
            </a:pPr>
            <a:r>
              <a:rPr sz="2025" b="0">
                <a:solidFill>
                  <a:srgbClr val="000000"/>
                </a:solidFill>
                <a:latin typeface="Georgia"/>
                <a:ea typeface="Georgia"/>
                <a:cs typeface="Georgia"/>
              </a:rPr>
              <a:t>Confirm modules and measure their dimensions</a:t>
            </a:r>
          </a:p>
          <a:p xmlns:a="http://schemas.openxmlformats.org/drawingml/2006/main">
            <a:pPr marL="228600" indent="-114300" algn="l">
              <a:spcBef>
                <a:spcPts val="0"/>
              </a:spcBef>
              <a:spcAft>
                <a:spcPts val="1200"/>
              </a:spcAft>
              <a:buFont typeface="Georgia"/>
              <a:buChar char="•"/>
              <a:defRPr sz="2025" b="0">
                <a:solidFill>
                  <a:srgbClr val="000000"/>
                </a:solidFill>
                <a:latin typeface="Georgia"/>
                <a:ea typeface="Georgia"/>
                <a:cs typeface="Georgia"/>
              </a:defRPr>
            </a:pPr>
            <a:r>
              <a:rPr sz="2025" b="0">
                <a:solidFill>
                  <a:srgbClr val="000000"/>
                </a:solidFill>
                <a:latin typeface="Georgia"/>
                <a:ea typeface="Georgia"/>
                <a:cs typeface="Georgia"/>
              </a:rPr>
              <a:t>Test counting and grip heart-rate signals on the bench</a:t>
            </a:r>
          </a:p>
          <a:p xmlns:a="http://schemas.openxmlformats.org/drawingml/2006/main">
            <a:pPr marL="228600" indent="-114300" algn="l">
              <a:spcBef>
                <a:spcPts val="0"/>
              </a:spcBef>
              <a:spcAft>
                <a:spcPts val="1200"/>
              </a:spcAft>
              <a:buFont typeface="Georgia"/>
              <a:buChar char="•"/>
              <a:defRPr sz="2025" b="0">
                <a:solidFill>
                  <a:srgbClr val="000000"/>
                </a:solidFill>
                <a:latin typeface="Georgia"/>
                <a:ea typeface="Georgia"/>
                <a:cs typeface="Georgia"/>
              </a:defRPr>
            </a:pPr>
            <a:r>
              <a:rPr sz="2025" b="0">
                <a:solidFill>
                  <a:srgbClr val="000000"/>
                </a:solidFill>
                <a:latin typeface="Georgia"/>
                <a:ea typeface="Georgia"/>
                <a:cs typeface="Georgia"/>
              </a:rPr>
              <a:t>Integrate the electronics before final enclosure printing</a:t>
            </a:r>
          </a:p>
        </p:txBody>
      </p:sp>
      <p:sp>
        <p:nvSpPr>
          <p:cNvPr id="5" name="Footer Placeholder 4">
            <a:extLst xmlns:a="http://schemas.openxmlformats.org/drawingml/2006/main">
              <a:ext uri="{FF2B5EF4-FFF2-40B4-BE49-F238E27FC236}">
                <a16:creationId xmlns:a16="http://schemas.microsoft.com/office/drawing/2014/main" id="{D1CC45B2-B995-4BED-9546-CA7E19643480}"/>
              </a:ext>
            </a:extLst>
          </p:cNvPr>
          <p:cNvSpPr>
            <a:spLocks xmlns:a="http://schemas.openxmlformats.org/drawingml/2006/main" noGrp="1"/>
          </p:cNvSpPr>
          <p:nvPr>
            <p:ph type="ftr" idx="11"/>
          </p:nvPr>
        </p:nvSpPr>
        <p:spPr/>
        <p:txBody>
          <a:bodyPr xmlns:a="http://schemas.openxmlformats.org/drawingml/2006/main" wrap="square" lIns="0" tIns="0" rIns="0" bIns="0" anchor="t">
            <a:noAutofit/>
          </a:bodyPr>
          <a:lstStyle xmlns:a="http://schemas.openxmlformats.org/drawingml/2006/main">
            <a:defPPr algn="l">
              <a:defRPr sz="1000" b="0">
                <a:solidFill>
                  <a:srgbClr val="000000"/>
                </a:solidFill>
                <a:latin typeface="Verdana"/>
                <a:ea typeface="Verdana"/>
                <a:cs typeface="Verdana"/>
              </a:defRPr>
            </a:defPPr>
          </a:lstStyle>
          <a:p xmlns:a="http://schemas.openxmlformats.org/drawingml/2006/main">
            <a:pPr algn="l">
              <a:defRPr sz="1000" b="0">
                <a:solidFill>
                  <a:srgbClr val="000000"/>
                </a:solidFill>
                <a:latin typeface="Verdana"/>
                <a:ea typeface="Verdana"/>
                <a:cs typeface="Verdana"/>
              </a:defRPr>
            </a:pPr>
            <a:r>
              <a:rPr sz="1000" b="0">
                <a:solidFill>
                  <a:srgbClr val="000000"/>
                </a:solidFill>
                <a:latin typeface="Verdana"/>
                <a:ea typeface="Verdana"/>
                <a:cs typeface="Verdana"/>
              </a:rPr>
              <a:t>SMART DUMBBELL  /  ECE 198  /  GROUP 57</a:t>
            </a:r>
            <a:endParaRPr/>
          </a:p>
        </p:txBody>
      </p:sp>
      <p:sp>
        <p:nvSpPr>
          <p:cNvPr id="6" name="Slide Number Placeholder 5">
            <a:extLst xmlns:a="http://schemas.openxmlformats.org/drawingml/2006/main">
              <a:ext uri="{FF2B5EF4-FFF2-40B4-BE49-F238E27FC236}">
                <a16:creationId xmlns:a16="http://schemas.microsoft.com/office/drawing/2014/main" id="{A112116F-4DB7-41AF-AF3A-8074BFD0C58A}"/>
              </a:ext>
            </a:extLst>
          </p:cNvPr>
          <p:cNvSpPr>
            <a:spLocks xmlns:a="http://schemas.openxmlformats.org/drawingml/2006/main" noGrp="1"/>
          </p:cNvSpPr>
          <p:nvPr>
            <p:ph type="sldNum" idx="12"/>
          </p:nvPr>
        </p:nvSpPr>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Verdana"/>
                <a:ea typeface="Verdana"/>
                <a:cs typeface="Verdana"/>
              </a:defRPr>
            </a:defPPr>
          </a:lstStyle>
          <a:p xmlns:a="http://schemas.openxmlformats.org/drawingml/2006/main">
            <a:pPr algn="ctr">
              <a:defRPr sz="1000" b="0">
                <a:solidFill>
                  <a:srgbClr val="000000"/>
                </a:solidFill>
                <a:latin typeface="Verdana"/>
                <a:ea typeface="Verdana"/>
                <a:cs typeface="Verdana"/>
              </a:defRPr>
            </a:pPr>
            <a:r>
              <a:rPr sz="1000" b="0">
                <a:solidFill>
                  <a:srgbClr val="000000"/>
                </a:solidFill>
                <a:latin typeface="Verdana"/>
                <a:ea typeface="Verdana"/>
                <a:cs typeface="Verdana"/>
              </a:rPr>
              <a:t>PAGE 6</a:t>
            </a:r>
            <a:endParaRPr/>
          </a:p>
        </p:txBody>
      </p:sp>
      <p:sp>
        <p:nvSpPr>
          <p:cNvPr id="7" name="Validation heading">
            <a:extLst xmlns:a="http://schemas.openxmlformats.org/drawingml/2006/main">
              <a:ext uri="{FF2B5EF4-FFF2-40B4-BE49-F238E27FC236}">
                <a16:creationId xmlns:a16="http://schemas.microsoft.com/office/drawing/2014/main" id="{933A25F2-FA5E-4DC8-A854-39BAD7D3C82D}"/>
              </a:ext>
            </a:extLst>
          </p:cNvPr>
          <p:cNvSpPr>
            <a:spLocks xmlns:a="http://schemas.openxmlformats.org/drawingml/2006/main" noGrp="1"/>
          </p:cNvSpPr>
          <p:nvPr/>
        </p:nvSpPr>
        <p:spPr>
          <a:xfrm xmlns:a="http://schemas.openxmlformats.org/drawingml/2006/main">
            <a:off x="352425" y="1552575"/>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05A9E"/>
                </a:solidFill>
                <a:latin typeface="Barlow Condensed"/>
                <a:ea typeface="Barlow Condensed"/>
                <a:cs typeface="Barlow Condensed"/>
              </a:defRPr>
            </a:defPPr>
          </a:lstStyle>
          <a:p xmlns:a="http://schemas.openxmlformats.org/drawingml/2006/main">
            <a:pPr algn="l">
              <a:defRPr sz="2700" b="1">
                <a:solidFill>
                  <a:srgbClr val="805A9E"/>
                </a:solidFill>
                <a:latin typeface="Barlow Condensed"/>
                <a:ea typeface="Barlow Condensed"/>
                <a:cs typeface="Barlow Condensed"/>
              </a:defRPr>
            </a:pPr>
            <a:r>
              <a:rPr sz="2700" b="1">
                <a:solidFill>
                  <a:srgbClr val="805A9E"/>
                </a:solidFill>
                <a:latin typeface="Barlow Condensed"/>
                <a:ea typeface="Barlow Condensed"/>
                <a:cs typeface="Barlow Condensed"/>
              </a:rPr>
              <a:t>PROPOSED TEST TARGETS</a:t>
            </a:r>
          </a:p>
        </p:txBody>
      </p:sp>
      <p:sp>
        <p:nvSpPr>
          <p:cNvPr id="8" name="Build heading">
            <a:extLst xmlns:a="http://schemas.openxmlformats.org/drawingml/2006/main">
              <a:ext uri="{FF2B5EF4-FFF2-40B4-BE49-F238E27FC236}">
                <a16:creationId xmlns:a16="http://schemas.microsoft.com/office/drawing/2014/main" id="{C2DB6101-348C-46A4-AB7E-075025AA2828}"/>
              </a:ext>
            </a:extLst>
          </p:cNvPr>
          <p:cNvSpPr>
            <a:spLocks xmlns:a="http://schemas.openxmlformats.org/drawingml/2006/main" noGrp="1"/>
          </p:cNvSpPr>
          <p:nvPr/>
        </p:nvSpPr>
        <p:spPr>
          <a:xfrm xmlns:a="http://schemas.openxmlformats.org/drawingml/2006/main">
            <a:off x="6257925" y="1552575"/>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05A9E"/>
                </a:solidFill>
                <a:latin typeface="Barlow Condensed"/>
                <a:ea typeface="Barlow Condensed"/>
                <a:cs typeface="Barlow Condensed"/>
              </a:defRPr>
            </a:defPPr>
          </a:lstStyle>
          <a:p xmlns:a="http://schemas.openxmlformats.org/drawingml/2006/main">
            <a:pPr algn="l">
              <a:defRPr sz="2700" b="1">
                <a:solidFill>
                  <a:srgbClr val="805A9E"/>
                </a:solidFill>
                <a:latin typeface="Barlow Condensed"/>
                <a:ea typeface="Barlow Condensed"/>
                <a:cs typeface="Barlow Condensed"/>
              </a:defRPr>
            </a:pPr>
            <a:r>
              <a:rPr sz="2700" b="1">
                <a:solidFill>
                  <a:srgbClr val="805A9E"/>
                </a:solidFill>
                <a:latin typeface="Barlow Condensed"/>
                <a:ea typeface="Barlow Condensed"/>
                <a:cs typeface="Barlow Condensed"/>
              </a:rPr>
              <a:t>NEXT BUILD STEPS</a:t>
            </a:r>
          </a:p>
        </p:txBody>
      </p:sp>
      <p:sp>
        <p:nvSpPr>
          <p:cNvPr id="9" name="Main risk">
            <a:extLst xmlns:a="http://schemas.openxmlformats.org/drawingml/2006/main">
              <a:ext uri="{FF2B5EF4-FFF2-40B4-BE49-F238E27FC236}">
                <a16:creationId xmlns:a16="http://schemas.microsoft.com/office/drawing/2014/main" id="{123F42EB-6F53-474C-B71F-FB3E70F4DB0C}"/>
              </a:ext>
            </a:extLst>
          </p:cNvPr>
          <p:cNvSpPr>
            <a:spLocks xmlns:a="http://schemas.openxmlformats.org/drawingml/2006/main" noGrp="1"/>
          </p:cNvSpPr>
          <p:nvPr/>
        </p:nvSpPr>
        <p:spPr>
          <a:xfrm xmlns:a="http://schemas.openxmlformats.org/drawingml/2006/main">
            <a:off x="352425" y="5715000"/>
            <a:ext cx="11363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805A9E"/>
                </a:solidFill>
                <a:latin typeface="Georgia"/>
                <a:ea typeface="Georgia"/>
                <a:cs typeface="Georgia"/>
              </a:defRPr>
            </a:defPPr>
          </a:lstStyle>
          <a:p xmlns:a="http://schemas.openxmlformats.org/drawingml/2006/main">
            <a:pPr algn="l">
              <a:defRPr sz="1725" b="1">
                <a:solidFill>
                  <a:srgbClr val="805A9E"/>
                </a:solidFill>
                <a:latin typeface="Georgia"/>
                <a:ea typeface="Georgia"/>
                <a:cs typeface="Georgia"/>
              </a:defRPr>
            </a:pPr>
            <a:r>
              <a:rPr sz="1725" b="1">
                <a:solidFill>
                  <a:srgbClr val="805A9E"/>
                </a:solidFill>
                <a:latin typeface="Georgia"/>
                <a:ea typeface="Georgia"/>
                <a:cs typeface="Georgia"/>
              </a:rPr>
              <a:t>Main feasibility risk: maintaining a reliable optical signal while gripping and moving.</a:t>
            </a:r>
          </a:p>
        </p:txBody>
      </p:sp>
    </p:spTree>
    <p:extLst>
      <p:ext uri="{BB962C8B-B14F-4D97-AF65-F5344CB8AC3E}">
        <p14:creationId xmlns:p14="http://schemas.microsoft.com/office/powerpoint/2010/main" val="4168813638"/>
      </p:ext>
    </p:extLst>
  </p:cSld>
</p:sld>
</file>

<file path=ppt/slides/slide7.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C54B6A-755E-4EF7-B340-2A606D60F7A6}"/>
              </a:ext>
            </a:extLst>
          </p:cNvPr>
          <p:cNvSpPr>
            <a:spLocks xmlns:a="http://schemas.openxmlformats.org/drawingml/2006/main" noGrp="1"/>
          </p:cNvSpPr>
          <p:nvPr>
            <p:ph type="title" idx="0"/>
          </p:nvPr>
        </p:nvSpPr>
        <p:spPr/>
        <p:txBody>
          <a:bodyPr xmlns:a="http://schemas.openxmlformats.org/drawingml/2006/main" wrap="square" lIns="91440" tIns="45720" rIns="91440" bIns="45720" anchor="t">
            <a:noAutofit/>
          </a:bodyPr>
          <a:lstStyle xmlns:a="http://schemas.openxmlformats.org/drawingml/2006/main">
            <a:defPPr algn="l">
              <a:defRPr sz="3600" b="1">
                <a:solidFill>
                  <a:srgbClr val="000000"/>
                </a:solidFill>
                <a:latin typeface="Barlow Condensed"/>
                <a:ea typeface="Barlow Condensed"/>
                <a:cs typeface="Barlow Condensed"/>
              </a:defRPr>
            </a:defPPr>
          </a:lstStyle>
          <a:p xmlns:a="http://schemas.openxmlformats.org/drawingml/2006/main">
            <a:pPr algn="l">
              <a:defRPr sz="3600" b="1">
                <a:solidFill>
                  <a:srgbClr val="000000"/>
                </a:solidFill>
                <a:latin typeface="Barlow Condensed"/>
                <a:ea typeface="Barlow Condensed"/>
                <a:cs typeface="Barlow Condensed"/>
              </a:defRPr>
            </a:pPr>
            <a:r>
              <a:rPr sz="3600" b="1">
                <a:solidFill>
                  <a:srgbClr val="000000"/>
                </a:solidFill>
                <a:latin typeface="Barlow Condensed"/>
                <a:ea typeface="Barlow Condensed"/>
                <a:cs typeface="Barlow Condensed"/>
              </a:rPr>
              <a:t>REFERENCES AND AI USE</a:t>
            </a:r>
          </a:p>
        </p:txBody>
      </p:sp>
      <p:sp>
        <p:nvSpPr>
          <p:cNvPr id="3" name="Content Placeholder 2">
            <a:extLst xmlns:a="http://schemas.openxmlformats.org/drawingml/2006/main">
              <a:ext uri="{FF2B5EF4-FFF2-40B4-BE49-F238E27FC236}">
                <a16:creationId xmlns:a16="http://schemas.microsoft.com/office/drawing/2014/main" id="{CA3655E6-0055-462E-B4A0-CB588FA7AC7F}"/>
              </a:ext>
            </a:extLst>
          </p:cNvPr>
          <p:cNvSpPr>
            <a:spLocks xmlns:a="http://schemas.openxmlformats.org/drawingml/2006/main" noGrp="1"/>
          </p:cNvSpPr>
          <p:nvPr>
            <p:ph idx="1"/>
          </p:nvPr>
        </p:nvSpPr>
        <p:spPr>
          <a:xfrm xmlns:a="http://schemas.openxmlformats.org/drawingml/2006/main">
            <a:off x="352425" y="1504950"/>
            <a:ext cx="11363325" cy="4524375"/>
          </a:xfrm>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Georgia"/>
                <a:ea typeface="Georgia"/>
                <a:cs typeface="Georgia"/>
              </a:defRPr>
            </a:defPPr>
          </a:lstStyle>
          <a:p xmlns:a="http://schemas.openxmlformats.org/drawingml/2006/main">
            <a:pPr algn="l">
              <a:spcBef>
                <a:spcPts val="0"/>
              </a:spcBef>
              <a:spcAft>
                <a:spcPts val="600"/>
              </a:spcAft>
              <a:defRPr sz="1800" b="0">
                <a:solidFill>
                  <a:srgbClr val="000000"/>
                </a:solidFill>
                <a:latin typeface="Georgia"/>
                <a:ea typeface="Georgia"/>
                <a:cs typeface="Georgia"/>
              </a:defRPr>
            </a:pPr>
            <a:r>
              <a:rPr sz="1800" b="0">
                <a:solidFill>
                  <a:srgbClr val="000000"/>
                </a:solidFill>
                <a:latin typeface="Georgia"/>
                <a:ea typeface="Georgia"/>
                <a:cs typeface="Georgia"/>
              </a:rPr>
              <a:t>Course sources</a:t>
            </a:r>
          </a:p>
          <a:p xmlns:a="http://schemas.openxmlformats.org/drawingml/2006/main">
            <a:pPr algn="l">
              <a:spcBef>
                <a:spcPts val="0"/>
              </a:spcBef>
              <a:spcAft>
                <a:spcPts val="300"/>
              </a:spcAft>
              <a:defRPr sz="1800" b="0">
                <a:solidFill>
                  <a:srgbClr val="000000"/>
                </a:solidFill>
                <a:latin typeface="Georgia"/>
                <a:ea typeface="Georgia"/>
                <a:cs typeface="Georgia"/>
              </a:defRPr>
            </a:pPr>
            <a:r>
              <a:rPr sz="1800" b="0">
                <a:solidFill>
                  <a:srgbClr val="000000"/>
                </a:solidFill>
                <a:latin typeface="Georgia"/>
                <a:ea typeface="Georgia"/>
                <a:cs typeface="Georgia"/>
              </a:rPr>
              <a:t>F26 ECE 198 Project Overview and LEARN pitch instructions</a:t>
            </a:r>
          </a:p>
          <a:p xmlns:a="http://schemas.openxmlformats.org/drawingml/2006/main">
            <a:pPr algn="l">
              <a:spcBef>
                <a:spcPts val="0"/>
              </a:spcBef>
              <a:spcAft>
                <a:spcPts val="1200"/>
              </a:spcAft>
              <a:defRPr sz="1800" b="0">
                <a:solidFill>
                  <a:srgbClr val="000000"/>
                </a:solidFill>
                <a:latin typeface="Georgia"/>
                <a:ea typeface="Georgia"/>
                <a:cs typeface="Georgia"/>
              </a:defRPr>
            </a:pPr>
            <a:r>
              <a:rPr sz="1800" b="0">
                <a:solidFill>
                  <a:srgbClr val="000000"/>
                </a:solidFill>
                <a:latin typeface="Georgia"/>
                <a:ea typeface="Georgia"/>
                <a:cs typeface="Georgia"/>
              </a:rPr>
              <a:t>ECE 198 Project Parts List</a:t>
            </a:r>
          </a:p>
          <a:p xmlns:a="http://schemas.openxmlformats.org/drawingml/2006/main">
            <a:pPr algn="l">
              <a:spcBef>
                <a:spcPts val="0"/>
              </a:spcBef>
              <a:spcAft>
                <a:spcPts val="600"/>
              </a:spcAft>
              <a:defRPr sz="1800" b="0">
                <a:solidFill>
                  <a:srgbClr val="000000"/>
                </a:solidFill>
                <a:latin typeface="Georgia"/>
                <a:ea typeface="Georgia"/>
                <a:cs typeface="Georgia"/>
              </a:defRPr>
            </a:pPr>
            <a:r>
              <a:rPr sz="1800" b="0">
                <a:solidFill>
                  <a:srgbClr val="000000"/>
                </a:solidFill>
                <a:latin typeface="Georgia"/>
                <a:ea typeface="Georgia"/>
                <a:cs typeface="Georgia"/>
              </a:rPr>
              <a:t>Technical sources</a:t>
            </a:r>
          </a:p>
          <a:p xmlns:a="http://schemas.openxmlformats.org/drawingml/2006/main">
            <a:pPr algn="l">
              <a:spcBef>
                <a:spcPts val="0"/>
              </a:spcBef>
              <a:spcAft>
                <a:spcPts val="300"/>
              </a:spcAft>
              <a:defRPr sz="1800" b="0">
                <a:solidFill>
                  <a:srgbClr val="000000"/>
                </a:solidFill>
                <a:latin typeface="Georgia"/>
                <a:ea typeface="Georgia"/>
                <a:cs typeface="Georgia"/>
              </a:defRPr>
            </a:pPr>
            <a:r>
              <a:rPr sz="1800" b="0">
                <a:solidFill>
                  <a:srgbClr val="000000"/>
                </a:solidFill>
                <a:latin typeface="Georgia"/>
                <a:ea typeface="Georgia"/>
                <a:cs typeface="Georgia"/>
              </a:rPr>
              <a:t>Arduino Nano ESP32 and Seeed Grove ADXL335 documentation</a:t>
            </a:r>
          </a:p>
          <a:p xmlns:a="http://schemas.openxmlformats.org/drawingml/2006/main">
            <a:pPr algn="l">
              <a:spcBef>
                <a:spcPts val="0"/>
              </a:spcBef>
              <a:spcAft>
                <a:spcPts val="1200"/>
              </a:spcAft>
              <a:defRPr sz="1800" b="0">
                <a:solidFill>
                  <a:srgbClr val="000000"/>
                </a:solidFill>
                <a:latin typeface="Georgia"/>
                <a:ea typeface="Georgia"/>
                <a:cs typeface="Georgia"/>
              </a:defRPr>
            </a:pPr>
            <a:r>
              <a:rPr sz="1800" b="0">
                <a:solidFill>
                  <a:srgbClr val="000000"/>
                </a:solidFill>
                <a:latin typeface="Georgia"/>
                <a:ea typeface="Georgia"/>
                <a:cs typeface="Georgia"/>
              </a:rPr>
              <a:t>Analog Devices MAX30102 and optical-sensing error guidance</a:t>
            </a:r>
          </a:p>
          <a:p xmlns:a="http://schemas.openxmlformats.org/drawingml/2006/main">
            <a:pPr algn="l">
              <a:spcBef>
                <a:spcPts val="0"/>
              </a:spcBef>
              <a:spcAft>
                <a:spcPts val="600"/>
              </a:spcAft>
              <a:defRPr sz="1800" b="0">
                <a:solidFill>
                  <a:srgbClr val="000000"/>
                </a:solidFill>
                <a:latin typeface="Georgia"/>
                <a:ea typeface="Georgia"/>
                <a:cs typeface="Georgia"/>
              </a:defRPr>
            </a:pPr>
            <a:r>
              <a:rPr sz="1800" b="0">
                <a:solidFill>
                  <a:srgbClr val="000000"/>
                </a:solidFill>
                <a:latin typeface="Georgia"/>
                <a:ea typeface="Georgia"/>
                <a:cs typeface="Georgia"/>
              </a:rPr>
              <a:t>AI disclosure</a:t>
            </a:r>
          </a:p>
          <a:p xmlns:a="http://schemas.openxmlformats.org/drawingml/2006/main">
            <a:pPr algn="l">
              <a:spcBef>
                <a:spcPts val="0"/>
              </a:spcBef>
              <a:spcAft>
                <a:spcPts val="300"/>
              </a:spcAft>
              <a:defRPr sz="1800" b="0">
                <a:solidFill>
                  <a:srgbClr val="000000"/>
                </a:solidFill>
                <a:latin typeface="Georgia"/>
                <a:ea typeface="Georgia"/>
                <a:cs typeface="Georgia"/>
              </a:defRPr>
            </a:pPr>
            <a:r>
              <a:rPr sz="1800" b="0">
                <a:solidFill>
                  <a:srgbClr val="000000"/>
                </a:solidFill>
                <a:latin typeface="Georgia"/>
                <a:ea typeface="Georgia"/>
                <a:cs typeface="Georgia"/>
              </a:rPr>
              <a:t>ChatGPT assisted with drafting and slide preparation.</a:t>
            </a:r>
          </a:p>
          <a:p xmlns:a="http://schemas.openxmlformats.org/drawingml/2006/main">
            <a:pPr algn="l">
              <a:spcBef>
                <a:spcPts val="0"/>
              </a:spcBef>
              <a:spcAft>
                <a:spcPts val="300"/>
              </a:spcAft>
              <a:defRPr sz="1800" b="0">
                <a:solidFill>
                  <a:srgbClr val="000000"/>
                </a:solidFill>
                <a:latin typeface="Georgia"/>
                <a:ea typeface="Georgia"/>
                <a:cs typeface="Georgia"/>
              </a:defRPr>
            </a:pPr>
            <a:r>
              <a:rPr sz="1800" b="0">
                <a:solidFill>
                  <a:srgbClr val="000000"/>
                </a:solidFill>
                <a:latin typeface="Georgia"/>
                <a:ea typeface="Georgia"/>
                <a:cs typeface="Georgia"/>
              </a:rPr>
              <a:t>OpenAI Imagegen produced the labelled concept image.</a:t>
            </a:r>
          </a:p>
          <a:p xmlns:a="http://schemas.openxmlformats.org/drawingml/2006/main">
            <a:pPr algn="l">
              <a:spcBef>
                <a:spcPts val="0"/>
              </a:spcBef>
              <a:spcAft>
                <a:spcPts val="0"/>
              </a:spcAft>
              <a:defRPr sz="1800" b="0">
                <a:solidFill>
                  <a:srgbClr val="000000"/>
                </a:solidFill>
                <a:latin typeface="Georgia"/>
                <a:ea typeface="Georgia"/>
                <a:cs typeface="Georgia"/>
              </a:defRPr>
            </a:pPr>
            <a:r>
              <a:rPr sz="1800" b="0">
                <a:solidFill>
                  <a:srgbClr val="000000"/>
                </a:solidFill>
                <a:latin typeface="Georgia"/>
                <a:ea typeface="Georgia"/>
                <a:cs typeface="Georgia"/>
              </a:rPr>
              <a:t>Team review is required. No prototype results are claimed.</a:t>
            </a:r>
          </a:p>
        </p:txBody>
      </p:sp>
      <p:sp>
        <p:nvSpPr>
          <p:cNvPr id="6" name="Footer Placeholder 5">
            <a:extLst xmlns:a="http://schemas.openxmlformats.org/drawingml/2006/main">
              <a:ext uri="{FF2B5EF4-FFF2-40B4-BE49-F238E27FC236}">
                <a16:creationId xmlns:a16="http://schemas.microsoft.com/office/drawing/2014/main" id="{5E0A037D-4C47-43A9-BB5E-0388B8B2315D}"/>
              </a:ext>
            </a:extLst>
          </p:cNvPr>
          <p:cNvSpPr>
            <a:spLocks xmlns:a="http://schemas.openxmlformats.org/drawingml/2006/main" noGrp="1"/>
          </p:cNvSpPr>
          <p:nvPr>
            <p:ph type="ftr" idx="11"/>
          </p:nvPr>
        </p:nvSpPr>
        <p:spPr/>
        <p:txBody>
          <a:bodyPr xmlns:a="http://schemas.openxmlformats.org/drawingml/2006/main" wrap="square" lIns="0" tIns="0" rIns="0" bIns="0" anchor="t">
            <a:noAutofit/>
          </a:bodyPr>
          <a:lstStyle xmlns:a="http://schemas.openxmlformats.org/drawingml/2006/main">
            <a:defPPr algn="l">
              <a:defRPr sz="1000" b="0">
                <a:solidFill>
                  <a:srgbClr val="000000"/>
                </a:solidFill>
                <a:latin typeface="Verdana"/>
                <a:ea typeface="Verdana"/>
                <a:cs typeface="Verdana"/>
              </a:defRPr>
            </a:defPPr>
          </a:lstStyle>
          <a:p xmlns:a="http://schemas.openxmlformats.org/drawingml/2006/main">
            <a:pPr algn="l">
              <a:defRPr sz="1000" b="0">
                <a:solidFill>
                  <a:srgbClr val="000000"/>
                </a:solidFill>
                <a:latin typeface="Verdana"/>
                <a:ea typeface="Verdana"/>
                <a:cs typeface="Verdana"/>
              </a:defRPr>
            </a:pPr>
            <a:r>
              <a:rPr sz="1000" b="0">
                <a:solidFill>
                  <a:srgbClr val="000000"/>
                </a:solidFill>
                <a:latin typeface="Verdana"/>
                <a:ea typeface="Verdana"/>
                <a:cs typeface="Verdana"/>
              </a:rPr>
              <a:t>SMART DUMBBELL  /  ECE 198  /  GROUP 57</a:t>
            </a:r>
            <a:endParaRPr/>
          </a:p>
        </p:txBody>
      </p:sp>
      <p:sp>
        <p:nvSpPr>
          <p:cNvPr id="7" name="Slide Number Placeholder 6">
            <a:extLst xmlns:a="http://schemas.openxmlformats.org/drawingml/2006/main">
              <a:ext uri="{FF2B5EF4-FFF2-40B4-BE49-F238E27FC236}">
                <a16:creationId xmlns:a16="http://schemas.microsoft.com/office/drawing/2014/main" id="{F44A891E-F590-47FC-B4A8-C368DCB142AE}"/>
              </a:ext>
            </a:extLst>
          </p:cNvPr>
          <p:cNvSpPr>
            <a:spLocks xmlns:a="http://schemas.openxmlformats.org/drawingml/2006/main" noGrp="1"/>
          </p:cNvSpPr>
          <p:nvPr>
            <p:ph type="sldNum" idx="12"/>
          </p:nvPr>
        </p:nvSpPr>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Verdana"/>
                <a:ea typeface="Verdana"/>
                <a:cs typeface="Verdana"/>
              </a:defRPr>
            </a:defPPr>
          </a:lstStyle>
          <a:p xmlns:a="http://schemas.openxmlformats.org/drawingml/2006/main">
            <a:pPr algn="ctr">
              <a:defRPr sz="1000" b="0">
                <a:solidFill>
                  <a:srgbClr val="000000"/>
                </a:solidFill>
                <a:latin typeface="Verdana"/>
                <a:ea typeface="Verdana"/>
                <a:cs typeface="Verdana"/>
              </a:defRPr>
            </a:pPr>
            <a:r>
              <a:rPr sz="1000" b="0">
                <a:solidFill>
                  <a:srgbClr val="000000"/>
                </a:solidFill>
                <a:latin typeface="Verdana"/>
                <a:ea typeface="Verdana"/>
                <a:cs typeface="Verdana"/>
              </a:rPr>
              <a:t>PAGE 7</a:t>
            </a:r>
            <a:endParaRPr/>
          </a:p>
        </p:txBody>
      </p:sp>
    </p:spTree>
    <p:extLst>
      <p:ext uri="{BB962C8B-B14F-4D97-AF65-F5344CB8AC3E}">
        <p14:creationId xmlns:p14="http://schemas.microsoft.com/office/powerpoint/2010/main" val="443207280"/>
      </p:ext>
    </p:extLst>
  </p:cSld>
</p:sld>
</file>

<file path=ppt/theme/theme1.xml><?xml version="1.0" encoding="utf-8"?>
<a:theme xmlns:a="http://schemas.openxmlformats.org/drawingml/2006/main" name="UofWaterloo_WhiteBkgrd">
  <a:themeElements>
    <a:clrScheme name="UWaterloo Engineering">
      <a:dk1>
        <a:srgbClr val="000000"/>
      </a:dk1>
      <a:lt1>
        <a:srgbClr val="FFFFFF"/>
      </a:lt1>
      <a:dk2>
        <a:srgbClr val="757575"/>
      </a:dk2>
      <a:lt2>
        <a:srgbClr val="D6D6D6"/>
      </a:lt2>
      <a:accent1>
        <a:srgbClr val="B45DCB"/>
      </a:accent1>
      <a:accent2>
        <a:srgbClr val="0C0C0C"/>
      </a:accent2>
      <a:accent3>
        <a:srgbClr val="865DA4"/>
      </a:accent3>
      <a:accent4>
        <a:srgbClr val="C2A8F0"/>
      </a:accent4>
      <a:accent5>
        <a:srgbClr val="5D0096"/>
      </a:accent5>
      <a:accent6>
        <a:srgbClr val="865DA4"/>
      </a:accent6>
      <a:hlink>
        <a:srgbClr val="5D0096"/>
      </a:hlink>
      <a:folHlink>
        <a:srgbClr val="595959"/>
      </a:folHlink>
    </a:clrScheme>
    <a:fontScheme name="Custom 3">
      <a:majorFont>
        <a:latin typeface="Barlow Condensed"/>
        <a:ea typeface=""/>
        <a:cs typeface=""/>
      </a:majorFont>
      <a:minorFont>
        <a:latin typeface="Georgia"/>
        <a:ea typeface=""/>
        <a:cs typeface=""/>
      </a:minorFont>
    </a:fontScheme>
    <a:fmtScheme name="UWaterloo Engineering">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2026-10-18T19:03:54.5150000Z</dcterms:created>
  <dcterms:modified xsi:type="dcterms:W3CDTF">2026-10-18T19:03:54.5150000Z</dcterms:modified>
</coreProperties>
</file>